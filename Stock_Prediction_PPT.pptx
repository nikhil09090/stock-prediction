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handoutMasterIdLst>
    <p:handoutMasterId r:id="rId13"/>
  </p:handoutMasterIdLst>
  <p:sldIdLst>
    <p:sldId id="272" r:id="rId3"/>
    <p:sldId id="273" r:id="rId4"/>
    <p:sldId id="259" r:id="rId6"/>
    <p:sldId id="268" r:id="rId7"/>
    <p:sldId id="262" r:id="rId8"/>
    <p:sldId id="263" r:id="rId9"/>
    <p:sldId id="282" r:id="rId10"/>
    <p:sldId id="280" r:id="rId11"/>
    <p:sldId id="28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D8B7"/>
    <a:srgbClr val="A09D79"/>
    <a:srgbClr val="AD5C4D"/>
    <a:srgbClr val="543E35"/>
    <a:srgbClr val="637700"/>
    <a:srgbClr val="FFF4ED"/>
    <a:srgbClr val="5E6A76"/>
    <a:srgbClr val="000000"/>
    <a:srgbClr val="F8F3F0"/>
    <a:srgbClr val="D7D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30"/>
  </p:normalViewPr>
  <p:slideViewPr>
    <p:cSldViewPr snapToGrid="0" showGuides="1">
      <p:cViewPr varScale="1">
        <p:scale>
          <a:sx n="66" d="100"/>
          <a:sy n="66" d="100"/>
        </p:scale>
        <p:origin x="668" y="44"/>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customXml" Target="../customXml/item3.xml"/><Relationship Id="rId2" Type="http://schemas.openxmlformats.org/officeDocument/2006/relationships/theme" Target="theme/theme1.xml"/><Relationship Id="rId19" Type="http://schemas.openxmlformats.org/officeDocument/2006/relationships/customXml" Target="../customXml/item2.xml"/><Relationship Id="rId18" Type="http://schemas.openxmlformats.org/officeDocument/2006/relationships/customXml" Target="../customXml/item1.xml"/><Relationship Id="rId17" Type="http://schemas.microsoft.com/office/2018/10/relationships/authors" Targe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1" fmla="*/ 1693819 w 1785259"/>
              <a:gd name="connsiteY0-2" fmla="*/ 10532 h 5462555"/>
              <a:gd name="connsiteX1-3" fmla="*/ 1678579 w 1785259"/>
              <a:gd name="connsiteY1-4" fmla="*/ 5418828 h 5462555"/>
              <a:gd name="connsiteX2-5" fmla="*/ 1176667 w 1785259"/>
              <a:gd name="connsiteY2-6" fmla="*/ 5429928 h 5462555"/>
              <a:gd name="connsiteX3-7" fmla="*/ 512297 w 1785259"/>
              <a:gd name="connsiteY3-8" fmla="*/ 5030409 h 5462555"/>
              <a:gd name="connsiteX4-9" fmla="*/ 314208 w 1785259"/>
              <a:gd name="connsiteY4-10" fmla="*/ 4179509 h 5462555"/>
              <a:gd name="connsiteX5-11" fmla="*/ 429138 w 1785259"/>
              <a:gd name="connsiteY5-12" fmla="*/ 3898280 h 5462555"/>
              <a:gd name="connsiteX6-13" fmla="*/ 592360 w 1785259"/>
              <a:gd name="connsiteY6-14" fmla="*/ 3258731 h 5462555"/>
              <a:gd name="connsiteX7-15" fmla="*/ 481029 w 1785259"/>
              <a:gd name="connsiteY7-16" fmla="*/ 2679952 h 5462555"/>
              <a:gd name="connsiteX8-17" fmla="*/ 277230 w 1785259"/>
              <a:gd name="connsiteY8-18" fmla="*/ 2221719 h 5462555"/>
              <a:gd name="connsiteX9-19" fmla="*/ 119523 w 1785259"/>
              <a:gd name="connsiteY9-20" fmla="*/ 667910 h 5462555"/>
              <a:gd name="connsiteX10-21" fmla="*/ 361880 w 1785259"/>
              <a:gd name="connsiteY10-22" fmla="*/ 369606 h 5462555"/>
              <a:gd name="connsiteX11-23" fmla="*/ 864738 w 1785259"/>
              <a:gd name="connsiteY11-24" fmla="*/ 104615 h 5462555"/>
              <a:gd name="connsiteX12-25" fmla="*/ 1513718 w 1785259"/>
              <a:gd name="connsiteY12-26" fmla="*/ 4215 h 5462555"/>
              <a:gd name="connsiteX13-27" fmla="*/ 1603804 w 1785259"/>
              <a:gd name="connsiteY13-28" fmla="*/ 54 h 5462555"/>
              <a:gd name="connsiteX14-29" fmla="*/ 1785259 w 1785259"/>
              <a:gd name="connsiteY14-30" fmla="*/ 101972 h 5462555"/>
              <a:gd name="connsiteX0-31" fmla="*/ 1678579 w 1785259"/>
              <a:gd name="connsiteY0-32" fmla="*/ 5418828 h 5462555"/>
              <a:gd name="connsiteX1-33" fmla="*/ 1176667 w 1785259"/>
              <a:gd name="connsiteY1-34" fmla="*/ 5429928 h 5462555"/>
              <a:gd name="connsiteX2-35" fmla="*/ 512297 w 1785259"/>
              <a:gd name="connsiteY2-36" fmla="*/ 5030409 h 5462555"/>
              <a:gd name="connsiteX3-37" fmla="*/ 314208 w 1785259"/>
              <a:gd name="connsiteY3-38" fmla="*/ 4179509 h 5462555"/>
              <a:gd name="connsiteX4-39" fmla="*/ 429138 w 1785259"/>
              <a:gd name="connsiteY4-40" fmla="*/ 3898280 h 5462555"/>
              <a:gd name="connsiteX5-41" fmla="*/ 592360 w 1785259"/>
              <a:gd name="connsiteY5-42" fmla="*/ 3258731 h 5462555"/>
              <a:gd name="connsiteX6-43" fmla="*/ 481029 w 1785259"/>
              <a:gd name="connsiteY6-44" fmla="*/ 2679952 h 5462555"/>
              <a:gd name="connsiteX7-45" fmla="*/ 277230 w 1785259"/>
              <a:gd name="connsiteY7-46" fmla="*/ 2221719 h 5462555"/>
              <a:gd name="connsiteX8-47" fmla="*/ 119523 w 1785259"/>
              <a:gd name="connsiteY8-48" fmla="*/ 667910 h 5462555"/>
              <a:gd name="connsiteX9-49" fmla="*/ 361880 w 1785259"/>
              <a:gd name="connsiteY9-50" fmla="*/ 369606 h 5462555"/>
              <a:gd name="connsiteX10-51" fmla="*/ 864738 w 1785259"/>
              <a:gd name="connsiteY10-52" fmla="*/ 104615 h 5462555"/>
              <a:gd name="connsiteX11-53" fmla="*/ 1513718 w 1785259"/>
              <a:gd name="connsiteY11-54" fmla="*/ 4215 h 5462555"/>
              <a:gd name="connsiteX12-55" fmla="*/ 1603804 w 1785259"/>
              <a:gd name="connsiteY12-56" fmla="*/ 54 h 5462555"/>
              <a:gd name="connsiteX13-57" fmla="*/ 1785259 w 1785259"/>
              <a:gd name="connsiteY13-58" fmla="*/ 101972 h 5462555"/>
              <a:gd name="connsiteX0-59" fmla="*/ 1678579 w 1785259"/>
              <a:gd name="connsiteY0-60" fmla="*/ 5416834 h 5460561"/>
              <a:gd name="connsiteX1-61" fmla="*/ 1176667 w 1785259"/>
              <a:gd name="connsiteY1-62" fmla="*/ 5427934 h 5460561"/>
              <a:gd name="connsiteX2-63" fmla="*/ 512297 w 1785259"/>
              <a:gd name="connsiteY2-64" fmla="*/ 5028415 h 5460561"/>
              <a:gd name="connsiteX3-65" fmla="*/ 314208 w 1785259"/>
              <a:gd name="connsiteY3-66" fmla="*/ 4177515 h 5460561"/>
              <a:gd name="connsiteX4-67" fmla="*/ 429138 w 1785259"/>
              <a:gd name="connsiteY4-68" fmla="*/ 3896286 h 5460561"/>
              <a:gd name="connsiteX5-69" fmla="*/ 592360 w 1785259"/>
              <a:gd name="connsiteY5-70" fmla="*/ 3256737 h 5460561"/>
              <a:gd name="connsiteX6-71" fmla="*/ 481029 w 1785259"/>
              <a:gd name="connsiteY6-72" fmla="*/ 2677958 h 5460561"/>
              <a:gd name="connsiteX7-73" fmla="*/ 277230 w 1785259"/>
              <a:gd name="connsiteY7-74" fmla="*/ 2219725 h 5460561"/>
              <a:gd name="connsiteX8-75" fmla="*/ 119523 w 1785259"/>
              <a:gd name="connsiteY8-76" fmla="*/ 665916 h 5460561"/>
              <a:gd name="connsiteX9-77" fmla="*/ 361880 w 1785259"/>
              <a:gd name="connsiteY9-78" fmla="*/ 367612 h 5460561"/>
              <a:gd name="connsiteX10-79" fmla="*/ 864738 w 1785259"/>
              <a:gd name="connsiteY10-80" fmla="*/ 102621 h 5460561"/>
              <a:gd name="connsiteX11-81" fmla="*/ 1513718 w 1785259"/>
              <a:gd name="connsiteY11-82" fmla="*/ 2221 h 5460561"/>
              <a:gd name="connsiteX12-83" fmla="*/ 1654604 w 1785259"/>
              <a:gd name="connsiteY12-84" fmla="*/ 600 h 5460561"/>
              <a:gd name="connsiteX13-85" fmla="*/ 1785259 w 1785259"/>
              <a:gd name="connsiteY13-86" fmla="*/ 99978 h 5460561"/>
              <a:gd name="connsiteX0-87" fmla="*/ 1678579 w 1678579"/>
              <a:gd name="connsiteY0-88" fmla="*/ 5416834 h 5460561"/>
              <a:gd name="connsiteX1-89" fmla="*/ 1176667 w 1678579"/>
              <a:gd name="connsiteY1-90" fmla="*/ 5427934 h 5460561"/>
              <a:gd name="connsiteX2-91" fmla="*/ 512297 w 1678579"/>
              <a:gd name="connsiteY2-92" fmla="*/ 5028415 h 5460561"/>
              <a:gd name="connsiteX3-93" fmla="*/ 314208 w 1678579"/>
              <a:gd name="connsiteY3-94" fmla="*/ 4177515 h 5460561"/>
              <a:gd name="connsiteX4-95" fmla="*/ 429138 w 1678579"/>
              <a:gd name="connsiteY4-96" fmla="*/ 3896286 h 5460561"/>
              <a:gd name="connsiteX5-97" fmla="*/ 592360 w 1678579"/>
              <a:gd name="connsiteY5-98" fmla="*/ 3256737 h 5460561"/>
              <a:gd name="connsiteX6-99" fmla="*/ 481029 w 1678579"/>
              <a:gd name="connsiteY6-100" fmla="*/ 2677958 h 5460561"/>
              <a:gd name="connsiteX7-101" fmla="*/ 277230 w 1678579"/>
              <a:gd name="connsiteY7-102" fmla="*/ 2219725 h 5460561"/>
              <a:gd name="connsiteX8-103" fmla="*/ 119523 w 1678579"/>
              <a:gd name="connsiteY8-104" fmla="*/ 665916 h 5460561"/>
              <a:gd name="connsiteX9-105" fmla="*/ 361880 w 1678579"/>
              <a:gd name="connsiteY9-106" fmla="*/ 367612 h 5460561"/>
              <a:gd name="connsiteX10-107" fmla="*/ 864738 w 1678579"/>
              <a:gd name="connsiteY10-108" fmla="*/ 102621 h 5460561"/>
              <a:gd name="connsiteX11-109" fmla="*/ 1513718 w 1678579"/>
              <a:gd name="connsiteY11-110" fmla="*/ 2221 h 5460561"/>
              <a:gd name="connsiteX12-111" fmla="*/ 1654604 w 1678579"/>
              <a:gd name="connsiteY12-112" fmla="*/ 600 h 5460561"/>
              <a:gd name="connsiteX0-113" fmla="*/ 1678579 w 1678579"/>
              <a:gd name="connsiteY0-114" fmla="*/ 5416834 h 5460561"/>
              <a:gd name="connsiteX1-115" fmla="*/ 1176667 w 1678579"/>
              <a:gd name="connsiteY1-116" fmla="*/ 5427934 h 5460561"/>
              <a:gd name="connsiteX2-117" fmla="*/ 512297 w 1678579"/>
              <a:gd name="connsiteY2-118" fmla="*/ 5028415 h 5460561"/>
              <a:gd name="connsiteX3-119" fmla="*/ 314208 w 1678579"/>
              <a:gd name="connsiteY3-120" fmla="*/ 4177515 h 5460561"/>
              <a:gd name="connsiteX4-121" fmla="*/ 429138 w 1678579"/>
              <a:gd name="connsiteY4-122" fmla="*/ 3896286 h 5460561"/>
              <a:gd name="connsiteX5-123" fmla="*/ 592360 w 1678579"/>
              <a:gd name="connsiteY5-124" fmla="*/ 3256737 h 5460561"/>
              <a:gd name="connsiteX6-125" fmla="*/ 481029 w 1678579"/>
              <a:gd name="connsiteY6-126" fmla="*/ 2677958 h 5460561"/>
              <a:gd name="connsiteX7-127" fmla="*/ 277230 w 1678579"/>
              <a:gd name="connsiteY7-128" fmla="*/ 2219725 h 5460561"/>
              <a:gd name="connsiteX8-129" fmla="*/ 119523 w 1678579"/>
              <a:gd name="connsiteY8-130" fmla="*/ 665916 h 5460561"/>
              <a:gd name="connsiteX9-131" fmla="*/ 361880 w 1678579"/>
              <a:gd name="connsiteY9-132" fmla="*/ 367612 h 5460561"/>
              <a:gd name="connsiteX10-133" fmla="*/ 864738 w 1678579"/>
              <a:gd name="connsiteY10-134" fmla="*/ 102621 h 5460561"/>
              <a:gd name="connsiteX11-135" fmla="*/ 1513718 w 1678579"/>
              <a:gd name="connsiteY11-136" fmla="*/ 2221 h 5460561"/>
              <a:gd name="connsiteX12-137" fmla="*/ 1672384 w 1678579"/>
              <a:gd name="connsiteY12-138" fmla="*/ 600 h 54605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4" name="Freeform: Shape 33"/>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ctrTitle" hasCustomPrompt="1"/>
          </p:nvPr>
        </p:nvSpPr>
        <p:spPr>
          <a:xfrm>
            <a:off x="1524000" y="1122363"/>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3" name="Freeform: Shape 22"/>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704384" y="2788521"/>
            <a:ext cx="6229530" cy="1325563"/>
          </a:xfrm>
        </p:spPr>
        <p:txBody>
          <a:bodyPr/>
          <a:lstStyle>
            <a:lvl1pPr algn="ctr">
              <a:defRPr>
                <a:solidFill>
                  <a:schemeClr val="accent1"/>
                </a:solidFill>
              </a:defRPr>
            </a:lvl1pPr>
          </a:lstStyle>
          <a:p>
            <a:r>
              <a:rPr lang="en-US" dirty="0"/>
              <a:t>click to edit master title style</a:t>
            </a:r>
            <a:endParaRPr lang="en-US" dirty="0"/>
          </a:p>
        </p:txBody>
      </p:sp>
      <p:sp>
        <p:nvSpPr>
          <p:cNvPr id="3" name="Content Placeholder 2"/>
          <p:cNvSpPr>
            <a:spLocks noGrp="1"/>
          </p:cNvSpPr>
          <p:nvPr>
            <p:ph idx="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5" name="Freeform: Shape 24"/>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2" name="Freeform: Shape 11"/>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1" fmla="*/ 2445355 w 2536795"/>
              <a:gd name="connsiteY0-2" fmla="*/ 1315293 h 1406733"/>
              <a:gd name="connsiteX1-3" fmla="*/ 0 w 2536795"/>
              <a:gd name="connsiteY1-4" fmla="*/ 1315293 h 1406733"/>
              <a:gd name="connsiteX2-5" fmla="*/ 18759 w 2536795"/>
              <a:gd name="connsiteY2-6" fmla="*/ 1065812 h 1406733"/>
              <a:gd name="connsiteX3-7" fmla="*/ 421385 w 2536795"/>
              <a:gd name="connsiteY3-8" fmla="*/ 160260 h 1406733"/>
              <a:gd name="connsiteX4-9" fmla="*/ 945169 w 2536795"/>
              <a:gd name="connsiteY4-10" fmla="*/ 789 h 1406733"/>
              <a:gd name="connsiteX5-11" fmla="*/ 1083192 w 2536795"/>
              <a:gd name="connsiteY5-12" fmla="*/ 15575 h 1406733"/>
              <a:gd name="connsiteX6-13" fmla="*/ 1778340 w 2536795"/>
              <a:gd name="connsiteY6-14" fmla="*/ 301396 h 1406733"/>
              <a:gd name="connsiteX7-15" fmla="*/ 2419558 w 2536795"/>
              <a:gd name="connsiteY7-16" fmla="*/ 1243748 h 1406733"/>
              <a:gd name="connsiteX8-17" fmla="*/ 2536795 w 2536795"/>
              <a:gd name="connsiteY8-18" fmla="*/ 1406733 h 1406733"/>
              <a:gd name="connsiteX0-19" fmla="*/ 2445355 w 2445355"/>
              <a:gd name="connsiteY0-20" fmla="*/ 1315293 h 1315293"/>
              <a:gd name="connsiteX1-21" fmla="*/ 0 w 2445355"/>
              <a:gd name="connsiteY1-22" fmla="*/ 1315293 h 1315293"/>
              <a:gd name="connsiteX2-23" fmla="*/ 18759 w 2445355"/>
              <a:gd name="connsiteY2-24" fmla="*/ 1065812 h 1315293"/>
              <a:gd name="connsiteX3-25" fmla="*/ 421385 w 2445355"/>
              <a:gd name="connsiteY3-26" fmla="*/ 160260 h 1315293"/>
              <a:gd name="connsiteX4-27" fmla="*/ 945169 w 2445355"/>
              <a:gd name="connsiteY4-28" fmla="*/ 789 h 1315293"/>
              <a:gd name="connsiteX5-29" fmla="*/ 1083192 w 2445355"/>
              <a:gd name="connsiteY5-30" fmla="*/ 15575 h 1315293"/>
              <a:gd name="connsiteX6-31" fmla="*/ 1778340 w 2445355"/>
              <a:gd name="connsiteY6-32" fmla="*/ 301396 h 1315293"/>
              <a:gd name="connsiteX7-33" fmla="*/ 2419558 w 2445355"/>
              <a:gd name="connsiteY7-34" fmla="*/ 1243748 h 1315293"/>
              <a:gd name="connsiteX8-35" fmla="*/ 2430115 w 2445355"/>
              <a:gd name="connsiteY8-36" fmla="*/ 1294338 h 1315293"/>
              <a:gd name="connsiteX0-37" fmla="*/ 2445355 w 2445355"/>
              <a:gd name="connsiteY0-38" fmla="*/ 1315293 h 1315293"/>
              <a:gd name="connsiteX1-39" fmla="*/ 0 w 2445355"/>
              <a:gd name="connsiteY1-40" fmla="*/ 1315293 h 1315293"/>
              <a:gd name="connsiteX2-41" fmla="*/ 18759 w 2445355"/>
              <a:gd name="connsiteY2-42" fmla="*/ 1065812 h 1315293"/>
              <a:gd name="connsiteX3-43" fmla="*/ 421385 w 2445355"/>
              <a:gd name="connsiteY3-44" fmla="*/ 160260 h 1315293"/>
              <a:gd name="connsiteX4-45" fmla="*/ 945169 w 2445355"/>
              <a:gd name="connsiteY4-46" fmla="*/ 789 h 1315293"/>
              <a:gd name="connsiteX5-47" fmla="*/ 1083192 w 2445355"/>
              <a:gd name="connsiteY5-48" fmla="*/ 15575 h 1315293"/>
              <a:gd name="connsiteX6-49" fmla="*/ 1778340 w 2445355"/>
              <a:gd name="connsiteY6-50" fmla="*/ 301396 h 1315293"/>
              <a:gd name="connsiteX7-51" fmla="*/ 2419558 w 2445355"/>
              <a:gd name="connsiteY7-52" fmla="*/ 1243748 h 1315293"/>
              <a:gd name="connsiteX8-53" fmla="*/ 2430115 w 2445355"/>
              <a:gd name="connsiteY8-54" fmla="*/ 1294338 h 1315293"/>
              <a:gd name="connsiteX0-55" fmla="*/ 0 w 2430115"/>
              <a:gd name="connsiteY0-56" fmla="*/ 1315293 h 1315293"/>
              <a:gd name="connsiteX1-57" fmla="*/ 18759 w 2430115"/>
              <a:gd name="connsiteY1-58" fmla="*/ 1065812 h 1315293"/>
              <a:gd name="connsiteX2-59" fmla="*/ 421385 w 2430115"/>
              <a:gd name="connsiteY2-60" fmla="*/ 160260 h 1315293"/>
              <a:gd name="connsiteX3-61" fmla="*/ 945169 w 2430115"/>
              <a:gd name="connsiteY3-62" fmla="*/ 789 h 1315293"/>
              <a:gd name="connsiteX4-63" fmla="*/ 1083192 w 2430115"/>
              <a:gd name="connsiteY4-64" fmla="*/ 15575 h 1315293"/>
              <a:gd name="connsiteX5-65" fmla="*/ 1778340 w 2430115"/>
              <a:gd name="connsiteY5-66" fmla="*/ 301396 h 1315293"/>
              <a:gd name="connsiteX6-67" fmla="*/ 2419558 w 2430115"/>
              <a:gd name="connsiteY6-68" fmla="*/ 1243748 h 1315293"/>
              <a:gd name="connsiteX7-69" fmla="*/ 2430115 w 2430115"/>
              <a:gd name="connsiteY7-70" fmla="*/ 1294338 h 1315293"/>
              <a:gd name="connsiteX0-71" fmla="*/ 0 w 2430115"/>
              <a:gd name="connsiteY0-72" fmla="*/ 1281003 h 1294338"/>
              <a:gd name="connsiteX1-73" fmla="*/ 18759 w 2430115"/>
              <a:gd name="connsiteY1-74" fmla="*/ 1065812 h 1294338"/>
              <a:gd name="connsiteX2-75" fmla="*/ 421385 w 2430115"/>
              <a:gd name="connsiteY2-76" fmla="*/ 160260 h 1294338"/>
              <a:gd name="connsiteX3-77" fmla="*/ 945169 w 2430115"/>
              <a:gd name="connsiteY3-78" fmla="*/ 789 h 1294338"/>
              <a:gd name="connsiteX4-79" fmla="*/ 1083192 w 2430115"/>
              <a:gd name="connsiteY4-80" fmla="*/ 15575 h 1294338"/>
              <a:gd name="connsiteX5-81" fmla="*/ 1778340 w 2430115"/>
              <a:gd name="connsiteY5-82" fmla="*/ 301396 h 1294338"/>
              <a:gd name="connsiteX6-83" fmla="*/ 2419558 w 2430115"/>
              <a:gd name="connsiteY6-84" fmla="*/ 1243748 h 1294338"/>
              <a:gd name="connsiteX7-85" fmla="*/ 2430115 w 2430115"/>
              <a:gd name="connsiteY7-86" fmla="*/ 1294338 h 12943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6" name="Freeform: Shape 25"/>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1" fmla="*/ 2441508 w 2532948"/>
              <a:gd name="connsiteY0-2" fmla="*/ 2924552 h 3015992"/>
              <a:gd name="connsiteX1-3" fmla="*/ 0 w 2532948"/>
              <a:gd name="connsiteY1-4" fmla="*/ 2924552 h 3015992"/>
              <a:gd name="connsiteX2-5" fmla="*/ 0 w 2532948"/>
              <a:gd name="connsiteY2-6" fmla="*/ 13617 h 3015992"/>
              <a:gd name="connsiteX3-7" fmla="*/ 59230 w 2532948"/>
              <a:gd name="connsiteY3-8" fmla="*/ 6396 h 3015992"/>
              <a:gd name="connsiteX4-9" fmla="*/ 194658 w 2532948"/>
              <a:gd name="connsiteY4-10" fmla="*/ 123 h 3015992"/>
              <a:gd name="connsiteX5-11" fmla="*/ 1254757 w 2532948"/>
              <a:gd name="connsiteY5-12" fmla="*/ 251792 h 3015992"/>
              <a:gd name="connsiteX6-13" fmla="*/ 2447922 w 2532948"/>
              <a:gd name="connsiteY6-14" fmla="*/ 2893553 h 3015992"/>
              <a:gd name="connsiteX7-15" fmla="*/ 2532948 w 2532948"/>
              <a:gd name="connsiteY7-16" fmla="*/ 3015992 h 3015992"/>
              <a:gd name="connsiteX0-17" fmla="*/ 0 w 2532948"/>
              <a:gd name="connsiteY0-18" fmla="*/ 2924552 h 3015992"/>
              <a:gd name="connsiteX1-19" fmla="*/ 0 w 2532948"/>
              <a:gd name="connsiteY1-20" fmla="*/ 13617 h 3015992"/>
              <a:gd name="connsiteX2-21" fmla="*/ 59230 w 2532948"/>
              <a:gd name="connsiteY2-22" fmla="*/ 6396 h 3015992"/>
              <a:gd name="connsiteX3-23" fmla="*/ 194658 w 2532948"/>
              <a:gd name="connsiteY3-24" fmla="*/ 123 h 3015992"/>
              <a:gd name="connsiteX4-25" fmla="*/ 1254757 w 2532948"/>
              <a:gd name="connsiteY4-26" fmla="*/ 251792 h 3015992"/>
              <a:gd name="connsiteX5-27" fmla="*/ 2447922 w 2532948"/>
              <a:gd name="connsiteY5-28" fmla="*/ 2893553 h 3015992"/>
              <a:gd name="connsiteX6-29" fmla="*/ 2532948 w 2532948"/>
              <a:gd name="connsiteY6-30" fmla="*/ 3015992 h 3015992"/>
              <a:gd name="connsiteX0-31" fmla="*/ 0 w 2532948"/>
              <a:gd name="connsiteY0-32" fmla="*/ 13617 h 3015992"/>
              <a:gd name="connsiteX1-33" fmla="*/ 59230 w 2532948"/>
              <a:gd name="connsiteY1-34" fmla="*/ 6396 h 3015992"/>
              <a:gd name="connsiteX2-35" fmla="*/ 194658 w 2532948"/>
              <a:gd name="connsiteY2-36" fmla="*/ 123 h 3015992"/>
              <a:gd name="connsiteX3-37" fmla="*/ 1254757 w 2532948"/>
              <a:gd name="connsiteY3-38" fmla="*/ 251792 h 3015992"/>
              <a:gd name="connsiteX4-39" fmla="*/ 2447922 w 2532948"/>
              <a:gd name="connsiteY4-40" fmla="*/ 2893553 h 3015992"/>
              <a:gd name="connsiteX5-41" fmla="*/ 2532948 w 2532948"/>
              <a:gd name="connsiteY5-42" fmla="*/ 3015992 h 3015992"/>
              <a:gd name="connsiteX0-43" fmla="*/ 0 w 2538663"/>
              <a:gd name="connsiteY0-44" fmla="*/ 25047 h 3015992"/>
              <a:gd name="connsiteX1-45" fmla="*/ 64945 w 2538663"/>
              <a:gd name="connsiteY1-46" fmla="*/ 6396 h 3015992"/>
              <a:gd name="connsiteX2-47" fmla="*/ 200373 w 2538663"/>
              <a:gd name="connsiteY2-48" fmla="*/ 123 h 3015992"/>
              <a:gd name="connsiteX3-49" fmla="*/ 1260472 w 2538663"/>
              <a:gd name="connsiteY3-50" fmla="*/ 251792 h 3015992"/>
              <a:gd name="connsiteX4-51" fmla="*/ 2453637 w 2538663"/>
              <a:gd name="connsiteY4-52" fmla="*/ 2893553 h 3015992"/>
              <a:gd name="connsiteX5-53" fmla="*/ 2538663 w 2538663"/>
              <a:gd name="connsiteY5-54" fmla="*/ 3015992 h 3015992"/>
              <a:gd name="connsiteX0-55" fmla="*/ 0 w 2538663"/>
              <a:gd name="connsiteY0-56" fmla="*/ 25047 h 3015992"/>
              <a:gd name="connsiteX1-57" fmla="*/ 63040 w 2538663"/>
              <a:gd name="connsiteY1-58" fmla="*/ 15921 h 3015992"/>
              <a:gd name="connsiteX2-59" fmla="*/ 200373 w 2538663"/>
              <a:gd name="connsiteY2-60" fmla="*/ 123 h 3015992"/>
              <a:gd name="connsiteX3-61" fmla="*/ 1260472 w 2538663"/>
              <a:gd name="connsiteY3-62" fmla="*/ 251792 h 3015992"/>
              <a:gd name="connsiteX4-63" fmla="*/ 2453637 w 2538663"/>
              <a:gd name="connsiteY4-64" fmla="*/ 2893553 h 3015992"/>
              <a:gd name="connsiteX5-65" fmla="*/ 2538663 w 2538663"/>
              <a:gd name="connsiteY5-66" fmla="*/ 3015992 h 3015992"/>
              <a:gd name="connsiteX0-67" fmla="*/ 0 w 2525328"/>
              <a:gd name="connsiteY0-68" fmla="*/ 28857 h 3015992"/>
              <a:gd name="connsiteX1-69" fmla="*/ 49705 w 2525328"/>
              <a:gd name="connsiteY1-70" fmla="*/ 15921 h 3015992"/>
              <a:gd name="connsiteX2-71" fmla="*/ 187038 w 2525328"/>
              <a:gd name="connsiteY2-72" fmla="*/ 123 h 3015992"/>
              <a:gd name="connsiteX3-73" fmla="*/ 1247137 w 2525328"/>
              <a:gd name="connsiteY3-74" fmla="*/ 251792 h 3015992"/>
              <a:gd name="connsiteX4-75" fmla="*/ 2440302 w 2525328"/>
              <a:gd name="connsiteY4-76" fmla="*/ 2893553 h 3015992"/>
              <a:gd name="connsiteX5-77" fmla="*/ 2525328 w 2525328"/>
              <a:gd name="connsiteY5-78" fmla="*/ 3015992 h 3015992"/>
              <a:gd name="connsiteX0-79" fmla="*/ 0 w 2469462"/>
              <a:gd name="connsiteY0-80" fmla="*/ 28857 h 2893553"/>
              <a:gd name="connsiteX1-81" fmla="*/ 49705 w 2469462"/>
              <a:gd name="connsiteY1-82" fmla="*/ 15921 h 2893553"/>
              <a:gd name="connsiteX2-83" fmla="*/ 187038 w 2469462"/>
              <a:gd name="connsiteY2-84" fmla="*/ 123 h 2893553"/>
              <a:gd name="connsiteX3-85" fmla="*/ 1247137 w 2469462"/>
              <a:gd name="connsiteY3-86" fmla="*/ 251792 h 2893553"/>
              <a:gd name="connsiteX4-87" fmla="*/ 2440302 w 2469462"/>
              <a:gd name="connsiteY4-88" fmla="*/ 2893553 h 289355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endParaRPr lang="en-US" dirty="0"/>
          </a:p>
        </p:txBody>
      </p:sp>
      <p:sp>
        <p:nvSpPr>
          <p:cNvPr id="4" name="Text Placeholder 3"/>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pic>
        <p:nvPicPr>
          <p:cNvPr id="9" name="Picture 8" descr="Shape, circle&#10;&#10;Description automatically generated"/>
          <p:cNvPicPr>
            <a:picLocks noChangeAspect="1"/>
          </p:cNvPicPr>
          <p:nvPr userDrawn="1"/>
        </p:nvPicPr>
        <p:blipFill rotWithShape="1">
          <a:blip r:embed="rId2"/>
          <a:srcRect r="30186" b="9728"/>
          <a:stretch>
            <a:fillRect/>
          </a:stretch>
        </p:blipFill>
        <p:spPr>
          <a:xfrm>
            <a:off x="6768197" y="1316481"/>
            <a:ext cx="4727117" cy="4998132"/>
          </a:xfrm>
          <a:prstGeom prst="rect">
            <a:avLst/>
          </a:prstGeom>
        </p:spPr>
      </p:pic>
      <p:sp>
        <p:nvSpPr>
          <p:cNvPr id="18" name="Freeform: Shape 17"/>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1" name="Picture Placeholder 20"/>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p:txBody>
          <a:bodyPr/>
          <a:lstStyle/>
          <a:p>
            <a:r>
              <a:rPr lang="en-US" dirty="0"/>
              <a:t>20XX</a:t>
            </a:r>
            <a:endParaRPr lang="en-US" dirty="0"/>
          </a:p>
        </p:txBody>
      </p:sp>
      <p:sp>
        <p:nvSpPr>
          <p:cNvPr id="6" name="Footer Placeholder 5"/>
          <p:cNvSpPr>
            <a:spLocks noGrp="1"/>
          </p:cNvSpPr>
          <p:nvPr>
            <p:ph type="ftr" sz="quarter" idx="11"/>
          </p:nvPr>
        </p:nvSpPr>
        <p:spPr/>
        <p:txBody>
          <a:bodyPr/>
          <a:lstStyle/>
          <a:p>
            <a:r>
              <a:rPr lang="en-US" dirty="0"/>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accent6"/>
        </a:solidFill>
        <a:effectLst/>
      </p:bgPr>
    </p:bg>
    <p:spTree>
      <p:nvGrpSpPr>
        <p:cNvPr id="1" name=""/>
        <p:cNvGrpSpPr/>
        <p:nvPr/>
      </p:nvGrpSpPr>
      <p:grpSpPr>
        <a:xfrm>
          <a:off x="0" y="0"/>
          <a:ext cx="0" cy="0"/>
          <a:chOff x="0" y="0"/>
          <a:chExt cx="0" cy="0"/>
        </a:xfrm>
      </p:grpSpPr>
      <p:sp>
        <p:nvSpPr>
          <p:cNvPr id="25" name="Freeform: Shape 24"/>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2560320" y="3078480"/>
            <a:ext cx="4840641" cy="1773555"/>
          </a:xfrm>
        </p:spPr>
        <p:txBody>
          <a:bodyPr anchor="b"/>
          <a:lstStyle>
            <a:lvl1pPr>
              <a:defRPr sz="6000">
                <a:solidFill>
                  <a:schemeClr val="accent1"/>
                </a:solidFill>
              </a:defRPr>
            </a:lvl1pPr>
          </a:lstStyle>
          <a:p>
            <a:r>
              <a:rPr lang="en-US" dirty="0"/>
              <a:t>click to edit master title style</a:t>
            </a:r>
            <a:endParaRPr lang="en-US" dirty="0"/>
          </a:p>
        </p:txBody>
      </p:sp>
      <p:sp>
        <p:nvSpPr>
          <p:cNvPr id="3" name="Text Placeholder 2"/>
          <p:cNvSpPr>
            <a:spLocks noGrp="1"/>
          </p:cNvSpPr>
          <p:nvPr>
            <p:ph type="body" idx="1"/>
          </p:nvPr>
        </p:nvSpPr>
        <p:spPr>
          <a:xfrm>
            <a:off x="2560320" y="4852035"/>
            <a:ext cx="4840641" cy="551411"/>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9" name="Freeform: Shape 18"/>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3" name="Freeform: Shape 12"/>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8" name="Freeform: Shape 27"/>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1" fmla="*/ 5400689 w 5492129"/>
              <a:gd name="connsiteY0-2" fmla="*/ 1188904 h 1280344"/>
              <a:gd name="connsiteX1-3" fmla="*/ 0 w 5492129"/>
              <a:gd name="connsiteY1-4" fmla="*/ 1188904 h 1280344"/>
              <a:gd name="connsiteX2-5" fmla="*/ 259507 w 5492129"/>
              <a:gd name="connsiteY2-6" fmla="*/ 1076708 h 1280344"/>
              <a:gd name="connsiteX3-7" fmla="*/ 1032152 w 5492129"/>
              <a:gd name="connsiteY3-8" fmla="*/ 750675 h 1280344"/>
              <a:gd name="connsiteX4-9" fmla="*/ 3480861 w 5492129"/>
              <a:gd name="connsiteY4-10" fmla="*/ 9 h 1280344"/>
              <a:gd name="connsiteX5-11" fmla="*/ 3799515 w 5492129"/>
              <a:gd name="connsiteY5-12" fmla="*/ 34963 h 1280344"/>
              <a:gd name="connsiteX6-13" fmla="*/ 5393241 w 5492129"/>
              <a:gd name="connsiteY6-14" fmla="*/ 1169180 h 1280344"/>
              <a:gd name="connsiteX7-15" fmla="*/ 5492129 w 5492129"/>
              <a:gd name="connsiteY7-16" fmla="*/ 1280344 h 1280344"/>
              <a:gd name="connsiteX0-17" fmla="*/ 5400689 w 5400689"/>
              <a:gd name="connsiteY0-18" fmla="*/ 1188904 h 1188904"/>
              <a:gd name="connsiteX1-19" fmla="*/ 0 w 5400689"/>
              <a:gd name="connsiteY1-20" fmla="*/ 1188904 h 1188904"/>
              <a:gd name="connsiteX2-21" fmla="*/ 259507 w 5400689"/>
              <a:gd name="connsiteY2-22" fmla="*/ 1076708 h 1188904"/>
              <a:gd name="connsiteX3-23" fmla="*/ 1032152 w 5400689"/>
              <a:gd name="connsiteY3-24" fmla="*/ 750675 h 1188904"/>
              <a:gd name="connsiteX4-25" fmla="*/ 3480861 w 5400689"/>
              <a:gd name="connsiteY4-26" fmla="*/ 9 h 1188904"/>
              <a:gd name="connsiteX5-27" fmla="*/ 3799515 w 5400689"/>
              <a:gd name="connsiteY5-28" fmla="*/ 34963 h 1188904"/>
              <a:gd name="connsiteX6-29" fmla="*/ 5393241 w 5400689"/>
              <a:gd name="connsiteY6-30" fmla="*/ 1169180 h 1188904"/>
              <a:gd name="connsiteX0-31" fmla="*/ 0 w 5393241"/>
              <a:gd name="connsiteY0-32" fmla="*/ 1188904 h 1188904"/>
              <a:gd name="connsiteX1-33" fmla="*/ 259507 w 5393241"/>
              <a:gd name="connsiteY1-34" fmla="*/ 1076708 h 1188904"/>
              <a:gd name="connsiteX2-35" fmla="*/ 1032152 w 5393241"/>
              <a:gd name="connsiteY2-36" fmla="*/ 750675 h 1188904"/>
              <a:gd name="connsiteX3-37" fmla="*/ 3480861 w 5393241"/>
              <a:gd name="connsiteY3-38" fmla="*/ 9 h 1188904"/>
              <a:gd name="connsiteX4-39" fmla="*/ 3799515 w 5393241"/>
              <a:gd name="connsiteY4-40" fmla="*/ 34963 h 1188904"/>
              <a:gd name="connsiteX5-41" fmla="*/ 5393241 w 5393241"/>
              <a:gd name="connsiteY5-42" fmla="*/ 1169180 h 1188904"/>
              <a:gd name="connsiteX0-43" fmla="*/ 0 w 5250366"/>
              <a:gd name="connsiteY0-44" fmla="*/ 1126039 h 1169180"/>
              <a:gd name="connsiteX1-45" fmla="*/ 116632 w 5250366"/>
              <a:gd name="connsiteY1-46" fmla="*/ 1076708 h 1169180"/>
              <a:gd name="connsiteX2-47" fmla="*/ 889277 w 5250366"/>
              <a:gd name="connsiteY2-48" fmla="*/ 750675 h 1169180"/>
              <a:gd name="connsiteX3-49" fmla="*/ 3337986 w 5250366"/>
              <a:gd name="connsiteY3-50" fmla="*/ 9 h 1169180"/>
              <a:gd name="connsiteX4-51" fmla="*/ 3656640 w 5250366"/>
              <a:gd name="connsiteY4-52" fmla="*/ 34963 h 1169180"/>
              <a:gd name="connsiteX5-53" fmla="*/ 5250366 w 5250366"/>
              <a:gd name="connsiteY5-54" fmla="*/ 1169180 h 1169180"/>
              <a:gd name="connsiteX0-55" fmla="*/ 0 w 5273226"/>
              <a:gd name="connsiteY0-56" fmla="*/ 1135564 h 1169180"/>
              <a:gd name="connsiteX1-57" fmla="*/ 139492 w 5273226"/>
              <a:gd name="connsiteY1-58" fmla="*/ 1076708 h 1169180"/>
              <a:gd name="connsiteX2-59" fmla="*/ 912137 w 5273226"/>
              <a:gd name="connsiteY2-60" fmla="*/ 750675 h 1169180"/>
              <a:gd name="connsiteX3-61" fmla="*/ 3360846 w 5273226"/>
              <a:gd name="connsiteY3-62" fmla="*/ 9 h 1169180"/>
              <a:gd name="connsiteX4-63" fmla="*/ 3679500 w 5273226"/>
              <a:gd name="connsiteY4-64" fmla="*/ 34963 h 1169180"/>
              <a:gd name="connsiteX5-65" fmla="*/ 5273226 w 5273226"/>
              <a:gd name="connsiteY5-66" fmla="*/ 1169180 h 116918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0" name="Freeform: Shape 29"/>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1" fmla="*/ 4261350 w 4352790"/>
              <a:gd name="connsiteY0-2" fmla="*/ 21789 h 3718078"/>
              <a:gd name="connsiteX1-3" fmla="*/ 4261350 w 4352790"/>
              <a:gd name="connsiteY1-4" fmla="*/ 3718077 h 3718078"/>
              <a:gd name="connsiteX2-5" fmla="*/ 0 w 4352790"/>
              <a:gd name="connsiteY2-6" fmla="*/ 3718078 h 3718078"/>
              <a:gd name="connsiteX3-7" fmla="*/ 41809 w 4352790"/>
              <a:gd name="connsiteY3-8" fmla="*/ 3519677 h 3718078"/>
              <a:gd name="connsiteX4-9" fmla="*/ 817272 w 4352790"/>
              <a:gd name="connsiteY4-10" fmla="*/ 2444285 h 3718078"/>
              <a:gd name="connsiteX5-11" fmla="*/ 2666355 w 4352790"/>
              <a:gd name="connsiteY5-12" fmla="*/ 2522977 h 3718078"/>
              <a:gd name="connsiteX6-13" fmla="*/ 3155070 w 4352790"/>
              <a:gd name="connsiteY6-14" fmla="*/ 383844 h 3718078"/>
              <a:gd name="connsiteX7-15" fmla="*/ 3895887 w 4352790"/>
              <a:gd name="connsiteY7-16" fmla="*/ 10843 h 3718078"/>
              <a:gd name="connsiteX8-17" fmla="*/ 4095553 w 4352790"/>
              <a:gd name="connsiteY8-18" fmla="*/ 1025 h 3718078"/>
              <a:gd name="connsiteX9-19" fmla="*/ 4195147 w 4352790"/>
              <a:gd name="connsiteY9-20" fmla="*/ 9904 h 3718078"/>
              <a:gd name="connsiteX10-21" fmla="*/ 4352790 w 4352790"/>
              <a:gd name="connsiteY10-22" fmla="*/ 113229 h 3718078"/>
              <a:gd name="connsiteX0-23" fmla="*/ 4261350 w 4352790"/>
              <a:gd name="connsiteY0-24" fmla="*/ 3718077 h 3718078"/>
              <a:gd name="connsiteX1-25" fmla="*/ 0 w 4352790"/>
              <a:gd name="connsiteY1-26" fmla="*/ 3718078 h 3718078"/>
              <a:gd name="connsiteX2-27" fmla="*/ 41809 w 4352790"/>
              <a:gd name="connsiteY2-28" fmla="*/ 3519677 h 3718078"/>
              <a:gd name="connsiteX3-29" fmla="*/ 817272 w 4352790"/>
              <a:gd name="connsiteY3-30" fmla="*/ 2444285 h 3718078"/>
              <a:gd name="connsiteX4-31" fmla="*/ 2666355 w 4352790"/>
              <a:gd name="connsiteY4-32" fmla="*/ 2522977 h 3718078"/>
              <a:gd name="connsiteX5-33" fmla="*/ 3155070 w 4352790"/>
              <a:gd name="connsiteY5-34" fmla="*/ 383844 h 3718078"/>
              <a:gd name="connsiteX6-35" fmla="*/ 3895887 w 4352790"/>
              <a:gd name="connsiteY6-36" fmla="*/ 10843 h 3718078"/>
              <a:gd name="connsiteX7-37" fmla="*/ 4095553 w 4352790"/>
              <a:gd name="connsiteY7-38" fmla="*/ 1025 h 3718078"/>
              <a:gd name="connsiteX8-39" fmla="*/ 4195147 w 4352790"/>
              <a:gd name="connsiteY8-40" fmla="*/ 9904 h 3718078"/>
              <a:gd name="connsiteX9-41" fmla="*/ 4352790 w 4352790"/>
              <a:gd name="connsiteY9-42" fmla="*/ 113229 h 3718078"/>
              <a:gd name="connsiteX0-43" fmla="*/ 4261350 w 4261350"/>
              <a:gd name="connsiteY0-44" fmla="*/ 3718077 h 3718078"/>
              <a:gd name="connsiteX1-45" fmla="*/ 0 w 4261350"/>
              <a:gd name="connsiteY1-46" fmla="*/ 3718078 h 3718078"/>
              <a:gd name="connsiteX2-47" fmla="*/ 41809 w 4261350"/>
              <a:gd name="connsiteY2-48" fmla="*/ 3519677 h 3718078"/>
              <a:gd name="connsiteX3-49" fmla="*/ 817272 w 4261350"/>
              <a:gd name="connsiteY3-50" fmla="*/ 2444285 h 3718078"/>
              <a:gd name="connsiteX4-51" fmla="*/ 2666355 w 4261350"/>
              <a:gd name="connsiteY4-52" fmla="*/ 2522977 h 3718078"/>
              <a:gd name="connsiteX5-53" fmla="*/ 3155070 w 4261350"/>
              <a:gd name="connsiteY5-54" fmla="*/ 383844 h 3718078"/>
              <a:gd name="connsiteX6-55" fmla="*/ 3895887 w 4261350"/>
              <a:gd name="connsiteY6-56" fmla="*/ 10843 h 3718078"/>
              <a:gd name="connsiteX7-57" fmla="*/ 4095553 w 4261350"/>
              <a:gd name="connsiteY7-58" fmla="*/ 1025 h 3718078"/>
              <a:gd name="connsiteX8-59" fmla="*/ 4195147 w 4261350"/>
              <a:gd name="connsiteY8-60" fmla="*/ 9904 h 3718078"/>
              <a:gd name="connsiteX0-61" fmla="*/ 4261350 w 4261350"/>
              <a:gd name="connsiteY0-62" fmla="*/ 3718077 h 3718078"/>
              <a:gd name="connsiteX1-63" fmla="*/ 0 w 4261350"/>
              <a:gd name="connsiteY1-64" fmla="*/ 3718078 h 3718078"/>
              <a:gd name="connsiteX2-65" fmla="*/ 41809 w 4261350"/>
              <a:gd name="connsiteY2-66" fmla="*/ 3519677 h 3718078"/>
              <a:gd name="connsiteX3-67" fmla="*/ 817272 w 4261350"/>
              <a:gd name="connsiteY3-68" fmla="*/ 2444285 h 3718078"/>
              <a:gd name="connsiteX4-69" fmla="*/ 2666355 w 4261350"/>
              <a:gd name="connsiteY4-70" fmla="*/ 2522977 h 3718078"/>
              <a:gd name="connsiteX5-71" fmla="*/ 3155070 w 4261350"/>
              <a:gd name="connsiteY5-72" fmla="*/ 383844 h 3718078"/>
              <a:gd name="connsiteX6-73" fmla="*/ 3895887 w 4261350"/>
              <a:gd name="connsiteY6-74" fmla="*/ 10843 h 3718078"/>
              <a:gd name="connsiteX7-75" fmla="*/ 4095553 w 4261350"/>
              <a:gd name="connsiteY7-76" fmla="*/ 1025 h 3718078"/>
              <a:gd name="connsiteX8-77" fmla="*/ 4208482 w 4261350"/>
              <a:gd name="connsiteY8-78" fmla="*/ 11809 h 3718078"/>
              <a:gd name="connsiteX0-79" fmla="*/ 0 w 4208482"/>
              <a:gd name="connsiteY0-80" fmla="*/ 3718078 h 3718078"/>
              <a:gd name="connsiteX1-81" fmla="*/ 41809 w 4208482"/>
              <a:gd name="connsiteY1-82" fmla="*/ 3519677 h 3718078"/>
              <a:gd name="connsiteX2-83" fmla="*/ 817272 w 4208482"/>
              <a:gd name="connsiteY2-84" fmla="*/ 2444285 h 3718078"/>
              <a:gd name="connsiteX3-85" fmla="*/ 2666355 w 4208482"/>
              <a:gd name="connsiteY3-86" fmla="*/ 2522977 h 3718078"/>
              <a:gd name="connsiteX4-87" fmla="*/ 3155070 w 4208482"/>
              <a:gd name="connsiteY4-88" fmla="*/ 383844 h 3718078"/>
              <a:gd name="connsiteX5-89" fmla="*/ 3895887 w 4208482"/>
              <a:gd name="connsiteY5-90" fmla="*/ 10843 h 3718078"/>
              <a:gd name="connsiteX6-91" fmla="*/ 4095553 w 4208482"/>
              <a:gd name="connsiteY6-92" fmla="*/ 1025 h 3718078"/>
              <a:gd name="connsiteX7-93" fmla="*/ 4208482 w 4208482"/>
              <a:gd name="connsiteY7-94" fmla="*/ 11809 h 3718078"/>
              <a:gd name="connsiteX0-95" fmla="*/ 0 w 4200862"/>
              <a:gd name="connsiteY0-96" fmla="*/ 3685693 h 3685693"/>
              <a:gd name="connsiteX1-97" fmla="*/ 34189 w 4200862"/>
              <a:gd name="connsiteY1-98" fmla="*/ 3519677 h 3685693"/>
              <a:gd name="connsiteX2-99" fmla="*/ 809652 w 4200862"/>
              <a:gd name="connsiteY2-100" fmla="*/ 2444285 h 3685693"/>
              <a:gd name="connsiteX3-101" fmla="*/ 2658735 w 4200862"/>
              <a:gd name="connsiteY3-102" fmla="*/ 2522977 h 3685693"/>
              <a:gd name="connsiteX4-103" fmla="*/ 3147450 w 4200862"/>
              <a:gd name="connsiteY4-104" fmla="*/ 383844 h 3685693"/>
              <a:gd name="connsiteX5-105" fmla="*/ 3888267 w 4200862"/>
              <a:gd name="connsiteY5-106" fmla="*/ 10843 h 3685693"/>
              <a:gd name="connsiteX6-107" fmla="*/ 4087933 w 4200862"/>
              <a:gd name="connsiteY6-108" fmla="*/ 1025 h 3685693"/>
              <a:gd name="connsiteX7-109" fmla="*/ 4200862 w 4200862"/>
              <a:gd name="connsiteY7-110" fmla="*/ 11809 h 36856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7" name="Freeform: Shape 16"/>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3" name="Freeform: Shape 22"/>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1" fmla="*/ 2355896 w 2445269"/>
              <a:gd name="connsiteY0-2" fmla="*/ 305299 h 5176020"/>
              <a:gd name="connsiteX1-3" fmla="*/ 2355896 w 2445269"/>
              <a:gd name="connsiteY1-4" fmla="*/ 5176020 h 5176020"/>
              <a:gd name="connsiteX2-5" fmla="*/ 1257259 w 2445269"/>
              <a:gd name="connsiteY2-6" fmla="*/ 5176020 h 5176020"/>
              <a:gd name="connsiteX3-7" fmla="*/ 1235764 w 2445269"/>
              <a:gd name="connsiteY3-8" fmla="*/ 5150921 h 5176020"/>
              <a:gd name="connsiteX4-9" fmla="*/ 706756 w 2445269"/>
              <a:gd name="connsiteY4-10" fmla="*/ 4186633 h 5176020"/>
              <a:gd name="connsiteX5-11" fmla="*/ 87362 w 2445269"/>
              <a:gd name="connsiteY5-12" fmla="*/ 1347390 h 5176020"/>
              <a:gd name="connsiteX6-13" fmla="*/ 604815 w 2445269"/>
              <a:gd name="connsiteY6-14" fmla="*/ 465087 h 5176020"/>
              <a:gd name="connsiteX7-15" fmla="*/ 1426482 w 2445269"/>
              <a:gd name="connsiteY7-16" fmla="*/ 5354 h 5176020"/>
              <a:gd name="connsiteX8-17" fmla="*/ 1569604 w 2445269"/>
              <a:gd name="connsiteY8-18" fmla="*/ 930 h 5176020"/>
              <a:gd name="connsiteX9-19" fmla="*/ 2294545 w 2445269"/>
              <a:gd name="connsiteY9-20" fmla="*/ 262206 h 5176020"/>
              <a:gd name="connsiteX10-21" fmla="*/ 2445269 w 2445269"/>
              <a:gd name="connsiteY10-22" fmla="*/ 396137 h 5176020"/>
              <a:gd name="connsiteX0-23" fmla="*/ 2355896 w 2445269"/>
              <a:gd name="connsiteY0-24" fmla="*/ 5176020 h 5176020"/>
              <a:gd name="connsiteX1-25" fmla="*/ 1257259 w 2445269"/>
              <a:gd name="connsiteY1-26" fmla="*/ 5176020 h 5176020"/>
              <a:gd name="connsiteX2-27" fmla="*/ 1235764 w 2445269"/>
              <a:gd name="connsiteY2-28" fmla="*/ 5150921 h 5176020"/>
              <a:gd name="connsiteX3-29" fmla="*/ 706756 w 2445269"/>
              <a:gd name="connsiteY3-30" fmla="*/ 4186633 h 5176020"/>
              <a:gd name="connsiteX4-31" fmla="*/ 87362 w 2445269"/>
              <a:gd name="connsiteY4-32" fmla="*/ 1347390 h 5176020"/>
              <a:gd name="connsiteX5-33" fmla="*/ 604815 w 2445269"/>
              <a:gd name="connsiteY5-34" fmla="*/ 465087 h 5176020"/>
              <a:gd name="connsiteX6-35" fmla="*/ 1426482 w 2445269"/>
              <a:gd name="connsiteY6-36" fmla="*/ 5354 h 5176020"/>
              <a:gd name="connsiteX7-37" fmla="*/ 1569604 w 2445269"/>
              <a:gd name="connsiteY7-38" fmla="*/ 930 h 5176020"/>
              <a:gd name="connsiteX8-39" fmla="*/ 2294545 w 2445269"/>
              <a:gd name="connsiteY8-40" fmla="*/ 262206 h 5176020"/>
              <a:gd name="connsiteX9-41" fmla="*/ 2445269 w 2445269"/>
              <a:gd name="connsiteY9-42" fmla="*/ 396137 h 5176020"/>
              <a:gd name="connsiteX0-43" fmla="*/ 2355896 w 2440304"/>
              <a:gd name="connsiteY0-44" fmla="*/ 5176020 h 5176020"/>
              <a:gd name="connsiteX1-45" fmla="*/ 1257259 w 2440304"/>
              <a:gd name="connsiteY1-46" fmla="*/ 5176020 h 5176020"/>
              <a:gd name="connsiteX2-47" fmla="*/ 1235764 w 2440304"/>
              <a:gd name="connsiteY2-48" fmla="*/ 5150921 h 5176020"/>
              <a:gd name="connsiteX3-49" fmla="*/ 706756 w 2440304"/>
              <a:gd name="connsiteY3-50" fmla="*/ 4186633 h 5176020"/>
              <a:gd name="connsiteX4-51" fmla="*/ 87362 w 2440304"/>
              <a:gd name="connsiteY4-52" fmla="*/ 1347390 h 5176020"/>
              <a:gd name="connsiteX5-53" fmla="*/ 604815 w 2440304"/>
              <a:gd name="connsiteY5-54" fmla="*/ 465087 h 5176020"/>
              <a:gd name="connsiteX6-55" fmla="*/ 1426482 w 2440304"/>
              <a:gd name="connsiteY6-56" fmla="*/ 5354 h 5176020"/>
              <a:gd name="connsiteX7-57" fmla="*/ 1569604 w 2440304"/>
              <a:gd name="connsiteY7-58" fmla="*/ 930 h 5176020"/>
              <a:gd name="connsiteX8-59" fmla="*/ 2294545 w 2440304"/>
              <a:gd name="connsiteY8-60" fmla="*/ 262206 h 5176020"/>
              <a:gd name="connsiteX9-61" fmla="*/ 2440304 w 2440304"/>
              <a:gd name="connsiteY9-62" fmla="*/ 396137 h 5176020"/>
              <a:gd name="connsiteX0-63" fmla="*/ 2355896 w 2440304"/>
              <a:gd name="connsiteY0-64" fmla="*/ 5176020 h 5176020"/>
              <a:gd name="connsiteX1-65" fmla="*/ 1257259 w 2440304"/>
              <a:gd name="connsiteY1-66" fmla="*/ 5176020 h 5176020"/>
              <a:gd name="connsiteX2-67" fmla="*/ 1235764 w 2440304"/>
              <a:gd name="connsiteY2-68" fmla="*/ 5150921 h 5176020"/>
              <a:gd name="connsiteX3-69" fmla="*/ 706756 w 2440304"/>
              <a:gd name="connsiteY3-70" fmla="*/ 4186633 h 5176020"/>
              <a:gd name="connsiteX4-71" fmla="*/ 87362 w 2440304"/>
              <a:gd name="connsiteY4-72" fmla="*/ 1347390 h 5176020"/>
              <a:gd name="connsiteX5-73" fmla="*/ 604815 w 2440304"/>
              <a:gd name="connsiteY5-74" fmla="*/ 465087 h 5176020"/>
              <a:gd name="connsiteX6-75" fmla="*/ 1426482 w 2440304"/>
              <a:gd name="connsiteY6-76" fmla="*/ 5354 h 5176020"/>
              <a:gd name="connsiteX7-77" fmla="*/ 1569604 w 2440304"/>
              <a:gd name="connsiteY7-78" fmla="*/ 930 h 5176020"/>
              <a:gd name="connsiteX8-79" fmla="*/ 2304475 w 2440304"/>
              <a:gd name="connsiteY8-80" fmla="*/ 274822 h 5176020"/>
              <a:gd name="connsiteX9-81" fmla="*/ 2440304 w 2440304"/>
              <a:gd name="connsiteY9-82" fmla="*/ 396137 h 5176020"/>
              <a:gd name="connsiteX0-83" fmla="*/ 2355896 w 2355896"/>
              <a:gd name="connsiteY0-84" fmla="*/ 5176020 h 5176020"/>
              <a:gd name="connsiteX1-85" fmla="*/ 1257259 w 2355896"/>
              <a:gd name="connsiteY1-86" fmla="*/ 5176020 h 5176020"/>
              <a:gd name="connsiteX2-87" fmla="*/ 1235764 w 2355896"/>
              <a:gd name="connsiteY2-88" fmla="*/ 5150921 h 5176020"/>
              <a:gd name="connsiteX3-89" fmla="*/ 706756 w 2355896"/>
              <a:gd name="connsiteY3-90" fmla="*/ 4186633 h 5176020"/>
              <a:gd name="connsiteX4-91" fmla="*/ 87362 w 2355896"/>
              <a:gd name="connsiteY4-92" fmla="*/ 1347390 h 5176020"/>
              <a:gd name="connsiteX5-93" fmla="*/ 604815 w 2355896"/>
              <a:gd name="connsiteY5-94" fmla="*/ 465087 h 5176020"/>
              <a:gd name="connsiteX6-95" fmla="*/ 1426482 w 2355896"/>
              <a:gd name="connsiteY6-96" fmla="*/ 5354 h 5176020"/>
              <a:gd name="connsiteX7-97" fmla="*/ 1569604 w 2355896"/>
              <a:gd name="connsiteY7-98" fmla="*/ 930 h 5176020"/>
              <a:gd name="connsiteX8-99" fmla="*/ 2304475 w 2355896"/>
              <a:gd name="connsiteY8-100" fmla="*/ 274822 h 5176020"/>
              <a:gd name="connsiteX0-101" fmla="*/ 1257259 w 2304475"/>
              <a:gd name="connsiteY0-102" fmla="*/ 5176020 h 5176020"/>
              <a:gd name="connsiteX1-103" fmla="*/ 1235764 w 2304475"/>
              <a:gd name="connsiteY1-104" fmla="*/ 5150921 h 5176020"/>
              <a:gd name="connsiteX2-105" fmla="*/ 706756 w 2304475"/>
              <a:gd name="connsiteY2-106" fmla="*/ 4186633 h 5176020"/>
              <a:gd name="connsiteX3-107" fmla="*/ 87362 w 2304475"/>
              <a:gd name="connsiteY3-108" fmla="*/ 1347390 h 5176020"/>
              <a:gd name="connsiteX4-109" fmla="*/ 604815 w 2304475"/>
              <a:gd name="connsiteY4-110" fmla="*/ 465087 h 5176020"/>
              <a:gd name="connsiteX5-111" fmla="*/ 1426482 w 2304475"/>
              <a:gd name="connsiteY5-112" fmla="*/ 5354 h 5176020"/>
              <a:gd name="connsiteX6-113" fmla="*/ 1569604 w 2304475"/>
              <a:gd name="connsiteY6-114" fmla="*/ 930 h 5176020"/>
              <a:gd name="connsiteX7-115" fmla="*/ 2304475 w 2304475"/>
              <a:gd name="connsiteY7-116" fmla="*/ 274822 h 5176020"/>
              <a:gd name="connsiteX0-117" fmla="*/ 1235764 w 2304475"/>
              <a:gd name="connsiteY0-118" fmla="*/ 5150921 h 5150921"/>
              <a:gd name="connsiteX1-119" fmla="*/ 706756 w 2304475"/>
              <a:gd name="connsiteY1-120" fmla="*/ 4186633 h 5150921"/>
              <a:gd name="connsiteX2-121" fmla="*/ 87362 w 2304475"/>
              <a:gd name="connsiteY2-122" fmla="*/ 1347390 h 5150921"/>
              <a:gd name="connsiteX3-123" fmla="*/ 604815 w 2304475"/>
              <a:gd name="connsiteY3-124" fmla="*/ 465087 h 5150921"/>
              <a:gd name="connsiteX4-125" fmla="*/ 1426482 w 2304475"/>
              <a:gd name="connsiteY4-126" fmla="*/ 5354 h 5150921"/>
              <a:gd name="connsiteX5-127" fmla="*/ 1569604 w 2304475"/>
              <a:gd name="connsiteY5-128" fmla="*/ 930 h 5150921"/>
              <a:gd name="connsiteX6-129" fmla="*/ 2304475 w 2304475"/>
              <a:gd name="connsiteY6-130" fmla="*/ 274822 h 515092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endParaRPr lang="en-US" dirty="0"/>
          </a:p>
        </p:txBody>
      </p:sp>
      <p:sp>
        <p:nvSpPr>
          <p:cNvPr id="3" name="Content Placeholder 2"/>
          <p:cNvSpPr>
            <a:spLocks noGrp="1"/>
          </p:cNvSpPr>
          <p:nvPr>
            <p:ph idx="1"/>
          </p:nvPr>
        </p:nvSpPr>
        <p:spPr>
          <a:xfrm>
            <a:off x="576072" y="1901952"/>
            <a:ext cx="9363456" cy="387705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r>
              <a:rPr lang="en-US" dirty="0"/>
              <a:t>20XX</a:t>
            </a:r>
            <a:endParaRPr lang="en-US" dirty="0"/>
          </a:p>
        </p:txBody>
      </p:sp>
      <p:sp>
        <p:nvSpPr>
          <p:cNvPr id="5" name="Footer Placeholder 4"/>
          <p:cNvSpPr>
            <a:spLocks noGrp="1"/>
          </p:cNvSpPr>
          <p:nvPr>
            <p:ph type="ftr" sz="quarter" idx="11"/>
          </p:nvPr>
        </p:nvSpPr>
        <p:spPr/>
        <p:txBody>
          <a:bodyPr/>
          <a:lstStyle/>
          <a:p>
            <a:r>
              <a:rPr lang="en-US" dirty="0"/>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0" name="Title 1"/>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endParaRPr lang="en-US" dirty="0"/>
          </a:p>
        </p:txBody>
      </p:sp>
      <p:sp>
        <p:nvSpPr>
          <p:cNvPr id="21" name="Content Placeholder 2"/>
          <p:cNvSpPr>
            <a:spLocks noGrp="1"/>
          </p:cNvSpPr>
          <p:nvPr>
            <p:ph idx="1"/>
          </p:nvPr>
        </p:nvSpPr>
        <p:spPr>
          <a:xfrm>
            <a:off x="576072" y="1901952"/>
            <a:ext cx="9363456" cy="387705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20XX</a:t>
            </a:r>
            <a:endParaRPr lang="en-US" dirty="0"/>
          </a:p>
        </p:txBody>
      </p:sp>
      <p:sp>
        <p:nvSpPr>
          <p:cNvPr id="5" name="Footer Placeholder 4"/>
          <p:cNvSpPr>
            <a:spLocks noGrp="1"/>
          </p:cNvSpPr>
          <p:nvPr>
            <p:ph type="ftr" sz="quarter" idx="11"/>
          </p:nvPr>
        </p:nvSpPr>
        <p:spPr/>
        <p:txBody>
          <a:bodyPr/>
          <a:lstStyle/>
          <a:p>
            <a:r>
              <a:rPr lang="en-US" dirty="0"/>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fld>
            <a:endParaRPr lang="en-US" dirty="0"/>
          </a:p>
        </p:txBody>
      </p:sp>
      <p:sp>
        <p:nvSpPr>
          <p:cNvPr id="13" name="Freeform: Shape 12"/>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9" name="Freeform: Shape 18"/>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1" fmla="*/ 0 w 6112702"/>
              <a:gd name="connsiteY0-2" fmla="*/ 0 h 7110654"/>
              <a:gd name="connsiteX1-3" fmla="*/ 6112702 w 6112702"/>
              <a:gd name="connsiteY1-4" fmla="*/ 0 h 7110654"/>
              <a:gd name="connsiteX2-5" fmla="*/ 6112702 w 6112702"/>
              <a:gd name="connsiteY2-6" fmla="*/ 7022484 h 7110654"/>
              <a:gd name="connsiteX3-7" fmla="*/ 6063029 w 6112702"/>
              <a:gd name="connsiteY3-8" fmla="*/ 7038508 h 7110654"/>
              <a:gd name="connsiteX4-9" fmla="*/ 4891976 w 6112702"/>
              <a:gd name="connsiteY4-10" fmla="*/ 6854987 h 7110654"/>
              <a:gd name="connsiteX5-11" fmla="*/ 4716552 w 6112702"/>
              <a:gd name="connsiteY5-12" fmla="*/ 767477 h 7110654"/>
              <a:gd name="connsiteX6-13" fmla="*/ 118479 w 6112702"/>
              <a:gd name="connsiteY6-14" fmla="*/ 160166 h 7110654"/>
              <a:gd name="connsiteX7-15" fmla="*/ 10887 w 6112702"/>
              <a:gd name="connsiteY7-16" fmla="*/ 17038 h 7110654"/>
              <a:gd name="connsiteX8" fmla="*/ 91440 w 6112702"/>
              <a:gd name="connsiteY8" fmla="*/ 91440 h 7110654"/>
              <a:gd name="connsiteX0-17" fmla="*/ 0 w 6112702"/>
              <a:gd name="connsiteY0-18" fmla="*/ 0 h 7110654"/>
              <a:gd name="connsiteX1-19" fmla="*/ 6112702 w 6112702"/>
              <a:gd name="connsiteY1-20" fmla="*/ 0 h 7110654"/>
              <a:gd name="connsiteX2-21" fmla="*/ 6112702 w 6112702"/>
              <a:gd name="connsiteY2-22" fmla="*/ 7022484 h 7110654"/>
              <a:gd name="connsiteX3-23" fmla="*/ 6063029 w 6112702"/>
              <a:gd name="connsiteY3-24" fmla="*/ 7038508 h 7110654"/>
              <a:gd name="connsiteX4-25" fmla="*/ 4891976 w 6112702"/>
              <a:gd name="connsiteY4-26" fmla="*/ 6854987 h 7110654"/>
              <a:gd name="connsiteX5-27" fmla="*/ 4716552 w 6112702"/>
              <a:gd name="connsiteY5-28" fmla="*/ 767477 h 7110654"/>
              <a:gd name="connsiteX6-29" fmla="*/ 118479 w 6112702"/>
              <a:gd name="connsiteY6-30" fmla="*/ 160166 h 7110654"/>
              <a:gd name="connsiteX7-31" fmla="*/ 10887 w 6112702"/>
              <a:gd name="connsiteY7-32" fmla="*/ 17038 h 7110654"/>
              <a:gd name="connsiteX0-33" fmla="*/ 6101815 w 6101815"/>
              <a:gd name="connsiteY0-34" fmla="*/ 0 h 7110654"/>
              <a:gd name="connsiteX1-35" fmla="*/ 6101815 w 6101815"/>
              <a:gd name="connsiteY1-36" fmla="*/ 7022484 h 7110654"/>
              <a:gd name="connsiteX2-37" fmla="*/ 6052142 w 6101815"/>
              <a:gd name="connsiteY2-38" fmla="*/ 7038508 h 7110654"/>
              <a:gd name="connsiteX3-39" fmla="*/ 4881089 w 6101815"/>
              <a:gd name="connsiteY3-40" fmla="*/ 6854987 h 7110654"/>
              <a:gd name="connsiteX4-41" fmla="*/ 4705665 w 6101815"/>
              <a:gd name="connsiteY4-42" fmla="*/ 767477 h 7110654"/>
              <a:gd name="connsiteX5-43" fmla="*/ 107592 w 6101815"/>
              <a:gd name="connsiteY5-44" fmla="*/ 160166 h 7110654"/>
              <a:gd name="connsiteX6-45" fmla="*/ 0 w 6101815"/>
              <a:gd name="connsiteY6-46" fmla="*/ 17038 h 7110654"/>
              <a:gd name="connsiteX0-47" fmla="*/ 6101815 w 6101815"/>
              <a:gd name="connsiteY0-48" fmla="*/ 7005446 h 7093616"/>
              <a:gd name="connsiteX1-49" fmla="*/ 6052142 w 6101815"/>
              <a:gd name="connsiteY1-50" fmla="*/ 7021470 h 7093616"/>
              <a:gd name="connsiteX2-51" fmla="*/ 4881089 w 6101815"/>
              <a:gd name="connsiteY2-52" fmla="*/ 6837949 h 7093616"/>
              <a:gd name="connsiteX3-53" fmla="*/ 4705665 w 6101815"/>
              <a:gd name="connsiteY3-54" fmla="*/ 750439 h 7093616"/>
              <a:gd name="connsiteX4-55" fmla="*/ 107592 w 6101815"/>
              <a:gd name="connsiteY4-56" fmla="*/ 143128 h 7093616"/>
              <a:gd name="connsiteX5-57" fmla="*/ 0 w 6101815"/>
              <a:gd name="connsiteY5-58" fmla="*/ 0 h 7093616"/>
              <a:gd name="connsiteX0-59" fmla="*/ 6052142 w 6052142"/>
              <a:gd name="connsiteY0-60" fmla="*/ 7021470 h 7093616"/>
              <a:gd name="connsiteX1-61" fmla="*/ 4881089 w 6052142"/>
              <a:gd name="connsiteY1-62" fmla="*/ 6837949 h 7093616"/>
              <a:gd name="connsiteX2-63" fmla="*/ 4705665 w 6052142"/>
              <a:gd name="connsiteY2-64" fmla="*/ 750439 h 7093616"/>
              <a:gd name="connsiteX3-65" fmla="*/ 107592 w 6052142"/>
              <a:gd name="connsiteY3-66" fmla="*/ 143128 h 7093616"/>
              <a:gd name="connsiteX4-67" fmla="*/ 0 w 6052142"/>
              <a:gd name="connsiteY4-68" fmla="*/ 0 h 7093616"/>
              <a:gd name="connsiteX0-69" fmla="*/ 6052142 w 6052142"/>
              <a:gd name="connsiteY0-70" fmla="*/ 7021470 h 7095398"/>
              <a:gd name="connsiteX1-71" fmla="*/ 4881089 w 6052142"/>
              <a:gd name="connsiteY1-72" fmla="*/ 6843664 h 7095398"/>
              <a:gd name="connsiteX2-73" fmla="*/ 4705665 w 6052142"/>
              <a:gd name="connsiteY2-74" fmla="*/ 750439 h 7095398"/>
              <a:gd name="connsiteX3-75" fmla="*/ 107592 w 6052142"/>
              <a:gd name="connsiteY3-76" fmla="*/ 143128 h 7095398"/>
              <a:gd name="connsiteX4-77" fmla="*/ 0 w 6052142"/>
              <a:gd name="connsiteY4-78" fmla="*/ 0 h 7095398"/>
              <a:gd name="connsiteX0-79" fmla="*/ 6052142 w 6052142"/>
              <a:gd name="connsiteY0-80" fmla="*/ 7021470 h 7348010"/>
              <a:gd name="connsiteX1-81" fmla="*/ 5132169 w 6052142"/>
              <a:gd name="connsiteY1-82" fmla="*/ 7012413 h 7348010"/>
              <a:gd name="connsiteX2-83" fmla="*/ 4881089 w 6052142"/>
              <a:gd name="connsiteY2-84" fmla="*/ 6843664 h 7348010"/>
              <a:gd name="connsiteX3-85" fmla="*/ 4705665 w 6052142"/>
              <a:gd name="connsiteY3-86" fmla="*/ 750439 h 7348010"/>
              <a:gd name="connsiteX4-87" fmla="*/ 107592 w 6052142"/>
              <a:gd name="connsiteY4-88" fmla="*/ 143128 h 7348010"/>
              <a:gd name="connsiteX5-89" fmla="*/ 0 w 6052142"/>
              <a:gd name="connsiteY5-90" fmla="*/ 0 h 7348010"/>
              <a:gd name="connsiteX0-91" fmla="*/ 6052142 w 6052142"/>
              <a:gd name="connsiteY0-92" fmla="*/ 7021470 h 7351452"/>
              <a:gd name="connsiteX1-93" fmla="*/ 5132169 w 6052142"/>
              <a:gd name="connsiteY1-94" fmla="*/ 7012413 h 7351452"/>
              <a:gd name="connsiteX2-95" fmla="*/ 4881089 w 6052142"/>
              <a:gd name="connsiteY2-96" fmla="*/ 6843664 h 7351452"/>
              <a:gd name="connsiteX3-97" fmla="*/ 4705665 w 6052142"/>
              <a:gd name="connsiteY3-98" fmla="*/ 750439 h 7351452"/>
              <a:gd name="connsiteX4-99" fmla="*/ 107592 w 6052142"/>
              <a:gd name="connsiteY4-100" fmla="*/ 143128 h 7351452"/>
              <a:gd name="connsiteX5-101" fmla="*/ 0 w 6052142"/>
              <a:gd name="connsiteY5-102" fmla="*/ 0 h 7351452"/>
              <a:gd name="connsiteX0-103" fmla="*/ 6052142 w 6052142"/>
              <a:gd name="connsiteY0-104" fmla="*/ 7021470 h 7351452"/>
              <a:gd name="connsiteX1-105" fmla="*/ 5132169 w 6052142"/>
              <a:gd name="connsiteY1-106" fmla="*/ 7012413 h 7351452"/>
              <a:gd name="connsiteX2-107" fmla="*/ 4881089 w 6052142"/>
              <a:gd name="connsiteY2-108" fmla="*/ 6843664 h 7351452"/>
              <a:gd name="connsiteX3-109" fmla="*/ 4705665 w 6052142"/>
              <a:gd name="connsiteY3-110" fmla="*/ 750439 h 7351452"/>
              <a:gd name="connsiteX4-111" fmla="*/ 107592 w 6052142"/>
              <a:gd name="connsiteY4-112" fmla="*/ 143128 h 7351452"/>
              <a:gd name="connsiteX5-113" fmla="*/ 0 w 6052142"/>
              <a:gd name="connsiteY5-114" fmla="*/ 0 h 7351452"/>
              <a:gd name="connsiteX0-115" fmla="*/ 6052142 w 6052142"/>
              <a:gd name="connsiteY0-116" fmla="*/ 7021470 h 7021470"/>
              <a:gd name="connsiteX1-117" fmla="*/ 5132169 w 6052142"/>
              <a:gd name="connsiteY1-118" fmla="*/ 7012413 h 7021470"/>
              <a:gd name="connsiteX2-119" fmla="*/ 4881089 w 6052142"/>
              <a:gd name="connsiteY2-120" fmla="*/ 6843664 h 7021470"/>
              <a:gd name="connsiteX3-121" fmla="*/ 4705665 w 6052142"/>
              <a:gd name="connsiteY3-122" fmla="*/ 750439 h 7021470"/>
              <a:gd name="connsiteX4-123" fmla="*/ 107592 w 6052142"/>
              <a:gd name="connsiteY4-124" fmla="*/ 143128 h 7021470"/>
              <a:gd name="connsiteX5-125" fmla="*/ 0 w 6052142"/>
              <a:gd name="connsiteY5-126" fmla="*/ 0 h 7021470"/>
              <a:gd name="connsiteX0-127" fmla="*/ 6052142 w 6052142"/>
              <a:gd name="connsiteY0-128" fmla="*/ 7021470 h 7021470"/>
              <a:gd name="connsiteX1-129" fmla="*/ 5132169 w 6052142"/>
              <a:gd name="connsiteY1-130" fmla="*/ 7012413 h 7021470"/>
              <a:gd name="connsiteX2-131" fmla="*/ 4968339 w 6052142"/>
              <a:gd name="connsiteY2-132" fmla="*/ 6900018 h 7021470"/>
              <a:gd name="connsiteX3-133" fmla="*/ 4881089 w 6052142"/>
              <a:gd name="connsiteY3-134" fmla="*/ 6843664 h 7021470"/>
              <a:gd name="connsiteX4-135" fmla="*/ 4705665 w 6052142"/>
              <a:gd name="connsiteY4-136" fmla="*/ 750439 h 7021470"/>
              <a:gd name="connsiteX5-137" fmla="*/ 107592 w 6052142"/>
              <a:gd name="connsiteY5-138" fmla="*/ 143128 h 7021470"/>
              <a:gd name="connsiteX6-139" fmla="*/ 0 w 6052142"/>
              <a:gd name="connsiteY6-140" fmla="*/ 0 h 7021470"/>
              <a:gd name="connsiteX0-141" fmla="*/ 5132169 w 5132169"/>
              <a:gd name="connsiteY0-142" fmla="*/ 7012413 h 7012413"/>
              <a:gd name="connsiteX1-143" fmla="*/ 4968339 w 5132169"/>
              <a:gd name="connsiteY1-144" fmla="*/ 6900018 h 7012413"/>
              <a:gd name="connsiteX2-145" fmla="*/ 4881089 w 5132169"/>
              <a:gd name="connsiteY2-146" fmla="*/ 6843664 h 7012413"/>
              <a:gd name="connsiteX3-147" fmla="*/ 4705665 w 5132169"/>
              <a:gd name="connsiteY3-148" fmla="*/ 750439 h 7012413"/>
              <a:gd name="connsiteX4-149" fmla="*/ 107592 w 5132169"/>
              <a:gd name="connsiteY4-150" fmla="*/ 143128 h 7012413"/>
              <a:gd name="connsiteX5-151" fmla="*/ 0 w 5132169"/>
              <a:gd name="connsiteY5-152" fmla="*/ 0 h 7012413"/>
              <a:gd name="connsiteX0-153" fmla="*/ 4995009 w 5047481"/>
              <a:gd name="connsiteY0-154" fmla="*/ 6915258 h 6915258"/>
              <a:gd name="connsiteX1-155" fmla="*/ 4968339 w 5047481"/>
              <a:gd name="connsiteY1-156" fmla="*/ 6900018 h 6915258"/>
              <a:gd name="connsiteX2-157" fmla="*/ 4881089 w 5047481"/>
              <a:gd name="connsiteY2-158" fmla="*/ 6843664 h 6915258"/>
              <a:gd name="connsiteX3-159" fmla="*/ 4705665 w 5047481"/>
              <a:gd name="connsiteY3-160" fmla="*/ 750439 h 6915258"/>
              <a:gd name="connsiteX4-161" fmla="*/ 107592 w 5047481"/>
              <a:gd name="connsiteY4-162" fmla="*/ 143128 h 6915258"/>
              <a:gd name="connsiteX5-163" fmla="*/ 0 w 5047481"/>
              <a:gd name="connsiteY5-164" fmla="*/ 0 h 691525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sp>
        <p:nvSpPr>
          <p:cNvPr id="11" name="Freeform: Shape 10"/>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3" name="Freeform: Shape 22"/>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0" name="Freeform: Shape 29"/>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 name="Date Placeholder 3"/>
          <p:cNvSpPr>
            <a:spLocks noGrp="1"/>
          </p:cNvSpPr>
          <p:nvPr>
            <p:ph type="dt" sz="half" idx="10"/>
          </p:nvPr>
        </p:nvSpPr>
        <p:spPr/>
        <p:txBody>
          <a:bodyPr/>
          <a:lstStyle/>
          <a:p>
            <a:r>
              <a:rPr lang="en-US" dirty="0"/>
              <a:t>20XX</a:t>
            </a:r>
            <a:endParaRPr lang="en-US" dirty="0"/>
          </a:p>
        </p:txBody>
      </p:sp>
      <p:sp>
        <p:nvSpPr>
          <p:cNvPr id="5" name="Footer Placeholder 4"/>
          <p:cNvSpPr>
            <a:spLocks noGrp="1"/>
          </p:cNvSpPr>
          <p:nvPr>
            <p:ph type="ftr" sz="quarter" idx="11"/>
          </p:nvPr>
        </p:nvSpPr>
        <p:spPr/>
        <p:txBody>
          <a:bodyPr/>
          <a:lstStyle/>
          <a:p>
            <a:r>
              <a:rPr lang="en-US" dirty="0"/>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fld>
            <a:endParaRPr lang="en-US" dirty="0"/>
          </a:p>
        </p:txBody>
      </p:sp>
      <p:sp>
        <p:nvSpPr>
          <p:cNvPr id="20" name="Title 1"/>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endParaRPr lang="en-US" dirty="0"/>
          </a:p>
        </p:txBody>
      </p:sp>
      <p:sp>
        <p:nvSpPr>
          <p:cNvPr id="21" name="Content Placeholder 2"/>
          <p:cNvSpPr>
            <a:spLocks noGrp="1"/>
          </p:cNvSpPr>
          <p:nvPr>
            <p:ph idx="1"/>
          </p:nvPr>
        </p:nvSpPr>
        <p:spPr>
          <a:xfrm>
            <a:off x="576072" y="1901952"/>
            <a:ext cx="10515600" cy="3877056"/>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 name="Date Placeholder 3"/>
          <p:cNvSpPr>
            <a:spLocks noGrp="1"/>
          </p:cNvSpPr>
          <p:nvPr>
            <p:ph type="dt" sz="half" idx="10"/>
          </p:nvPr>
        </p:nvSpPr>
        <p:spPr/>
        <p:txBody>
          <a:bodyPr/>
          <a:lstStyle/>
          <a:p>
            <a:r>
              <a:rPr lang="en-US" dirty="0"/>
              <a:t>20XX</a:t>
            </a:r>
            <a:endParaRPr lang="en-US" dirty="0"/>
          </a:p>
        </p:txBody>
      </p:sp>
      <p:sp>
        <p:nvSpPr>
          <p:cNvPr id="5" name="Footer Placeholder 4"/>
          <p:cNvSpPr>
            <a:spLocks noGrp="1"/>
          </p:cNvSpPr>
          <p:nvPr>
            <p:ph type="ftr" sz="quarter" idx="11"/>
          </p:nvPr>
        </p:nvSpPr>
        <p:spPr/>
        <p:txBody>
          <a:bodyPr/>
          <a:lstStyle/>
          <a:p>
            <a:r>
              <a:rPr lang="en-US" dirty="0"/>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fld>
            <a:endParaRPr lang="en-US" dirty="0"/>
          </a:p>
        </p:txBody>
      </p:sp>
      <p:pic>
        <p:nvPicPr>
          <p:cNvPr id="26" name="Graphic 25"/>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11582" y="447749"/>
            <a:ext cx="2330685" cy="1898712"/>
          </a:xfrm>
          <a:prstGeom prst="rect">
            <a:avLst/>
          </a:prstGeom>
        </p:spPr>
      </p:pic>
      <p:sp>
        <p:nvSpPr>
          <p:cNvPr id="32" name="Text Placeholder 31"/>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endParaRPr lang="en-US"/>
          </a:p>
        </p:txBody>
      </p:sp>
      <p:sp>
        <p:nvSpPr>
          <p:cNvPr id="2" name="Title 1"/>
          <p:cNvSpPr>
            <a:spLocks noGrp="1"/>
          </p:cNvSpPr>
          <p:nvPr>
            <p:ph type="title"/>
          </p:nvPr>
        </p:nvSpPr>
        <p:spPr>
          <a:xfrm>
            <a:off x="838200" y="1901952"/>
            <a:ext cx="10515600" cy="466344"/>
          </a:xfrm>
        </p:spPr>
        <p:txBody>
          <a:bodyPr/>
          <a:lstStyle>
            <a:lvl1pPr algn="ctr">
              <a:defRPr sz="2400" cap="all" baseline="0">
                <a:latin typeface="Gill Sans Nova" panose="020B0602020104020203" pitchFamily="34" charset="0"/>
              </a:defRPr>
            </a:lvl1pPr>
          </a:lstStyle>
          <a:p>
            <a:r>
              <a:rPr lang="en-US"/>
              <a:t>Click to edit Master title style</a:t>
            </a:r>
            <a:endParaRPr lang="en-US" dirty="0"/>
          </a:p>
        </p:txBody>
      </p:sp>
      <p:sp>
        <p:nvSpPr>
          <p:cNvPr id="22" name="Freeform: Shape 21"/>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6" name="Freeform: Shape 15"/>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45" name="Title 1"/>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endParaRPr lang="en-US" dirty="0"/>
          </a:p>
        </p:txBody>
      </p:sp>
      <p:sp>
        <p:nvSpPr>
          <p:cNvPr id="28" name="Freeform: Shape 27"/>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9" name="Picture Placeholder 38"/>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endParaRPr lang="en-US"/>
          </a:p>
        </p:txBody>
      </p:sp>
      <p:sp>
        <p:nvSpPr>
          <p:cNvPr id="48" name="Text Placeholder 46"/>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endParaRPr lang="en-US"/>
          </a:p>
        </p:txBody>
      </p:sp>
      <p:sp>
        <p:nvSpPr>
          <p:cNvPr id="49" name="Text Placeholder 46"/>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endParaRPr lang="en-US"/>
          </a:p>
        </p:txBody>
      </p:sp>
      <p:sp>
        <p:nvSpPr>
          <p:cNvPr id="50" name="Text Placeholder 46"/>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Gill Sans Nova" panose="020B0602020104020203" pitchFamily="34" charset="0"/>
              </a:defRPr>
            </a:lvl1pPr>
          </a:lstStyle>
          <a:p>
            <a:pPr lvl="0"/>
            <a:r>
              <a:rPr lang="en-US"/>
              <a:t>Click to edit Master text styles</a:t>
            </a:r>
            <a:endParaRPr lang="en-US"/>
          </a:p>
        </p:txBody>
      </p:sp>
      <p:sp>
        <p:nvSpPr>
          <p:cNvPr id="52" name="Text Placeholder 46"/>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endParaRPr lang="en-US" dirty="0"/>
          </a:p>
        </p:txBody>
      </p:sp>
      <p:sp>
        <p:nvSpPr>
          <p:cNvPr id="53" name="Text Placeholder 46"/>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endParaRPr lang="en-US" dirty="0"/>
          </a:p>
        </p:txBody>
      </p:sp>
      <p:sp>
        <p:nvSpPr>
          <p:cNvPr id="54" name="Text Placeholder 46"/>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endParaRPr lang="en-US" dirty="0"/>
          </a:p>
        </p:txBody>
      </p:sp>
      <p:sp>
        <p:nvSpPr>
          <p:cNvPr id="55" name="Text Placeholder 46"/>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endParaRPr lang="en-US" dirty="0"/>
          </a:p>
        </p:txBody>
      </p:sp>
      <p:sp>
        <p:nvSpPr>
          <p:cNvPr id="4" name="Date Placeholder 3"/>
          <p:cNvSpPr>
            <a:spLocks noGrp="1"/>
          </p:cNvSpPr>
          <p:nvPr>
            <p:ph type="dt" sz="half" idx="10"/>
          </p:nvPr>
        </p:nvSpPr>
        <p:spPr/>
        <p:txBody>
          <a:bodyPr/>
          <a:lstStyle/>
          <a:p>
            <a:r>
              <a:rPr lang="en-US" dirty="0"/>
              <a:t>20XX</a:t>
            </a:r>
            <a:endParaRPr lang="en-US" dirty="0"/>
          </a:p>
        </p:txBody>
      </p:sp>
      <p:sp>
        <p:nvSpPr>
          <p:cNvPr id="5" name="Footer Placeholder 4"/>
          <p:cNvSpPr>
            <a:spLocks noGrp="1"/>
          </p:cNvSpPr>
          <p:nvPr>
            <p:ph type="ftr" sz="quarter" idx="11"/>
          </p:nvPr>
        </p:nvSpPr>
        <p:spPr/>
        <p:txBody>
          <a:bodyPr/>
          <a:lstStyle/>
          <a:p>
            <a:r>
              <a:rPr lang="en-US" dirty="0"/>
              <a:t>presentation title</a:t>
            </a: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fld>
            <a:endParaRPr lang="en-US" dirty="0"/>
          </a:p>
        </p:txBody>
      </p:sp>
      <p:sp>
        <p:nvSpPr>
          <p:cNvPr id="18" name="Freeform: Shape 17"/>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Team x8">
    <p:spTree>
      <p:nvGrpSpPr>
        <p:cNvPr id="1" name=""/>
        <p:cNvGrpSpPr/>
        <p:nvPr/>
      </p:nvGrpSpPr>
      <p:grpSpPr>
        <a:xfrm>
          <a:off x="0" y="0"/>
          <a:ext cx="0" cy="0"/>
          <a:chOff x="0" y="0"/>
          <a:chExt cx="0" cy="0"/>
        </a:xfrm>
      </p:grpSpPr>
      <p:sp>
        <p:nvSpPr>
          <p:cNvPr id="24" name="Freeform: Shape 23"/>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1" fmla="*/ 0 w 5864280"/>
              <a:gd name="connsiteY0-2" fmla="*/ 0 h 6938010"/>
              <a:gd name="connsiteX1-3" fmla="*/ 5864280 w 5864280"/>
              <a:gd name="connsiteY1-4" fmla="*/ 0 h 6938010"/>
              <a:gd name="connsiteX2-5" fmla="*/ 5864280 w 5864280"/>
              <a:gd name="connsiteY2-6" fmla="*/ 6938010 h 6938010"/>
              <a:gd name="connsiteX3-7" fmla="*/ 4899969 w 5864280"/>
              <a:gd name="connsiteY3-8" fmla="*/ 6938010 h 6938010"/>
              <a:gd name="connsiteX4-9" fmla="*/ 4880783 w 5864280"/>
              <a:gd name="connsiteY4-10" fmla="*/ 6771085 h 6938010"/>
              <a:gd name="connsiteX5-11" fmla="*/ 5036864 w 5864280"/>
              <a:gd name="connsiteY5-12" fmla="*/ 1534679 h 6938010"/>
              <a:gd name="connsiteX6-13" fmla="*/ 438790 w 5864280"/>
              <a:gd name="connsiteY6-14" fmla="*/ 927368 h 6938010"/>
              <a:gd name="connsiteX7-15" fmla="*/ 39064 w 5864280"/>
              <a:gd name="connsiteY7-16" fmla="*/ 165620 h 6938010"/>
              <a:gd name="connsiteX8" fmla="*/ 91440 w 5864280"/>
              <a:gd name="connsiteY8" fmla="*/ 91440 h 6938010"/>
              <a:gd name="connsiteX0-17" fmla="*/ 7620 w 5871900"/>
              <a:gd name="connsiteY0-18" fmla="*/ 0 h 6938010"/>
              <a:gd name="connsiteX1-19" fmla="*/ 5871900 w 5871900"/>
              <a:gd name="connsiteY1-20" fmla="*/ 0 h 6938010"/>
              <a:gd name="connsiteX2-21" fmla="*/ 5871900 w 5871900"/>
              <a:gd name="connsiteY2-22" fmla="*/ 6938010 h 6938010"/>
              <a:gd name="connsiteX3-23" fmla="*/ 4907589 w 5871900"/>
              <a:gd name="connsiteY3-24" fmla="*/ 6938010 h 6938010"/>
              <a:gd name="connsiteX4-25" fmla="*/ 4888403 w 5871900"/>
              <a:gd name="connsiteY4-26" fmla="*/ 6771085 h 6938010"/>
              <a:gd name="connsiteX5-27" fmla="*/ 5044484 w 5871900"/>
              <a:gd name="connsiteY5-28" fmla="*/ 1534679 h 6938010"/>
              <a:gd name="connsiteX6-29" fmla="*/ 446410 w 5871900"/>
              <a:gd name="connsiteY6-30" fmla="*/ 927368 h 6938010"/>
              <a:gd name="connsiteX7-31" fmla="*/ 46684 w 5871900"/>
              <a:gd name="connsiteY7-32" fmla="*/ 165620 h 6938010"/>
              <a:gd name="connsiteX8-33" fmla="*/ 0 w 5871900"/>
              <a:gd name="connsiteY8-34" fmla="*/ 15240 h 6938010"/>
              <a:gd name="connsiteX0-35" fmla="*/ 0 w 5864280"/>
              <a:gd name="connsiteY0-36" fmla="*/ 0 h 6938010"/>
              <a:gd name="connsiteX1-37" fmla="*/ 5864280 w 5864280"/>
              <a:gd name="connsiteY1-38" fmla="*/ 0 h 6938010"/>
              <a:gd name="connsiteX2-39" fmla="*/ 5864280 w 5864280"/>
              <a:gd name="connsiteY2-40" fmla="*/ 6938010 h 6938010"/>
              <a:gd name="connsiteX3-41" fmla="*/ 4899969 w 5864280"/>
              <a:gd name="connsiteY3-42" fmla="*/ 6938010 h 6938010"/>
              <a:gd name="connsiteX4-43" fmla="*/ 4880783 w 5864280"/>
              <a:gd name="connsiteY4-44" fmla="*/ 6771085 h 6938010"/>
              <a:gd name="connsiteX5-45" fmla="*/ 5036864 w 5864280"/>
              <a:gd name="connsiteY5-46" fmla="*/ 1534679 h 6938010"/>
              <a:gd name="connsiteX6-47" fmla="*/ 438790 w 5864280"/>
              <a:gd name="connsiteY6-48" fmla="*/ 927368 h 6938010"/>
              <a:gd name="connsiteX7-49" fmla="*/ 39064 w 5864280"/>
              <a:gd name="connsiteY7-50" fmla="*/ 165620 h 6938010"/>
              <a:gd name="connsiteX8-51" fmla="*/ 7620 w 5864280"/>
              <a:gd name="connsiteY8-52" fmla="*/ 17780 h 6938010"/>
              <a:gd name="connsiteX0-53" fmla="*/ 12700 w 5856660"/>
              <a:gd name="connsiteY0-54" fmla="*/ 0 h 7004050"/>
              <a:gd name="connsiteX1-55" fmla="*/ 5856660 w 5856660"/>
              <a:gd name="connsiteY1-56" fmla="*/ 66040 h 7004050"/>
              <a:gd name="connsiteX2-57" fmla="*/ 5856660 w 5856660"/>
              <a:gd name="connsiteY2-58" fmla="*/ 7004050 h 7004050"/>
              <a:gd name="connsiteX3-59" fmla="*/ 4892349 w 5856660"/>
              <a:gd name="connsiteY3-60" fmla="*/ 7004050 h 7004050"/>
              <a:gd name="connsiteX4-61" fmla="*/ 4873163 w 5856660"/>
              <a:gd name="connsiteY4-62" fmla="*/ 6837125 h 7004050"/>
              <a:gd name="connsiteX5-63" fmla="*/ 5029244 w 5856660"/>
              <a:gd name="connsiteY5-64" fmla="*/ 1600719 h 7004050"/>
              <a:gd name="connsiteX6-65" fmla="*/ 431170 w 5856660"/>
              <a:gd name="connsiteY6-66" fmla="*/ 993408 h 7004050"/>
              <a:gd name="connsiteX7-67" fmla="*/ 31444 w 5856660"/>
              <a:gd name="connsiteY7-68" fmla="*/ 231660 h 7004050"/>
              <a:gd name="connsiteX8-69" fmla="*/ 0 w 5856660"/>
              <a:gd name="connsiteY8-70" fmla="*/ 83820 h 7004050"/>
              <a:gd name="connsiteX0-71" fmla="*/ 5856660 w 5856660"/>
              <a:gd name="connsiteY0-72" fmla="*/ 0 h 6938010"/>
              <a:gd name="connsiteX1-73" fmla="*/ 5856660 w 5856660"/>
              <a:gd name="connsiteY1-74" fmla="*/ 6938010 h 6938010"/>
              <a:gd name="connsiteX2-75" fmla="*/ 4892349 w 5856660"/>
              <a:gd name="connsiteY2-76" fmla="*/ 6938010 h 6938010"/>
              <a:gd name="connsiteX3-77" fmla="*/ 4873163 w 5856660"/>
              <a:gd name="connsiteY3-78" fmla="*/ 6771085 h 6938010"/>
              <a:gd name="connsiteX4-79" fmla="*/ 5029244 w 5856660"/>
              <a:gd name="connsiteY4-80" fmla="*/ 1534679 h 6938010"/>
              <a:gd name="connsiteX5-81" fmla="*/ 431170 w 5856660"/>
              <a:gd name="connsiteY5-82" fmla="*/ 927368 h 6938010"/>
              <a:gd name="connsiteX6-83" fmla="*/ 31444 w 5856660"/>
              <a:gd name="connsiteY6-84" fmla="*/ 165620 h 6938010"/>
              <a:gd name="connsiteX7-85" fmla="*/ 0 w 5856660"/>
              <a:gd name="connsiteY7-86" fmla="*/ 17780 h 6938010"/>
              <a:gd name="connsiteX0-87" fmla="*/ 5856660 w 5856660"/>
              <a:gd name="connsiteY0-88" fmla="*/ 6920230 h 6920230"/>
              <a:gd name="connsiteX1-89" fmla="*/ 4892349 w 5856660"/>
              <a:gd name="connsiteY1-90" fmla="*/ 6920230 h 6920230"/>
              <a:gd name="connsiteX2-91" fmla="*/ 4873163 w 5856660"/>
              <a:gd name="connsiteY2-92" fmla="*/ 6753305 h 6920230"/>
              <a:gd name="connsiteX3-93" fmla="*/ 5029244 w 5856660"/>
              <a:gd name="connsiteY3-94" fmla="*/ 1516899 h 6920230"/>
              <a:gd name="connsiteX4-95" fmla="*/ 431170 w 5856660"/>
              <a:gd name="connsiteY4-96" fmla="*/ 909588 h 6920230"/>
              <a:gd name="connsiteX5-97" fmla="*/ 31444 w 5856660"/>
              <a:gd name="connsiteY5-98" fmla="*/ 147840 h 6920230"/>
              <a:gd name="connsiteX6-99" fmla="*/ 0 w 5856660"/>
              <a:gd name="connsiteY6-100" fmla="*/ 0 h 6920230"/>
              <a:gd name="connsiteX0-101" fmla="*/ 4892349 w 5371060"/>
              <a:gd name="connsiteY0-102" fmla="*/ 6920230 h 6920230"/>
              <a:gd name="connsiteX1-103" fmla="*/ 4873163 w 5371060"/>
              <a:gd name="connsiteY1-104" fmla="*/ 6753305 h 6920230"/>
              <a:gd name="connsiteX2-105" fmla="*/ 5029244 w 5371060"/>
              <a:gd name="connsiteY2-106" fmla="*/ 1516899 h 6920230"/>
              <a:gd name="connsiteX3-107" fmla="*/ 431170 w 5371060"/>
              <a:gd name="connsiteY3-108" fmla="*/ 909588 h 6920230"/>
              <a:gd name="connsiteX4-109" fmla="*/ 31444 w 5371060"/>
              <a:gd name="connsiteY4-110" fmla="*/ 147840 h 6920230"/>
              <a:gd name="connsiteX5-111" fmla="*/ 0 w 5371060"/>
              <a:gd name="connsiteY5-112" fmla="*/ 0 h 6920230"/>
              <a:gd name="connsiteX0-113" fmla="*/ 4889809 w 5371060"/>
              <a:gd name="connsiteY0-114" fmla="*/ 6904990 h 6904990"/>
              <a:gd name="connsiteX1-115" fmla="*/ 4873163 w 5371060"/>
              <a:gd name="connsiteY1-116" fmla="*/ 6753305 h 6904990"/>
              <a:gd name="connsiteX2-117" fmla="*/ 5029244 w 5371060"/>
              <a:gd name="connsiteY2-118" fmla="*/ 1516899 h 6904990"/>
              <a:gd name="connsiteX3-119" fmla="*/ 431170 w 5371060"/>
              <a:gd name="connsiteY3-120" fmla="*/ 909588 h 6904990"/>
              <a:gd name="connsiteX4-121" fmla="*/ 31444 w 5371060"/>
              <a:gd name="connsiteY4-122" fmla="*/ 147840 h 6904990"/>
              <a:gd name="connsiteX5-123" fmla="*/ 0 w 5371060"/>
              <a:gd name="connsiteY5-124" fmla="*/ 0 h 6904990"/>
              <a:gd name="connsiteX0-125" fmla="*/ 4892349 w 5371060"/>
              <a:gd name="connsiteY0-126" fmla="*/ 6899910 h 6899910"/>
              <a:gd name="connsiteX1-127" fmla="*/ 4873163 w 5371060"/>
              <a:gd name="connsiteY1-128" fmla="*/ 6753305 h 6899910"/>
              <a:gd name="connsiteX2-129" fmla="*/ 5029244 w 5371060"/>
              <a:gd name="connsiteY2-130" fmla="*/ 1516899 h 6899910"/>
              <a:gd name="connsiteX3-131" fmla="*/ 431170 w 5371060"/>
              <a:gd name="connsiteY3-132" fmla="*/ 909588 h 6899910"/>
              <a:gd name="connsiteX4-133" fmla="*/ 31444 w 5371060"/>
              <a:gd name="connsiteY4-134" fmla="*/ 147840 h 6899910"/>
              <a:gd name="connsiteX5-135" fmla="*/ 0 w 5371060"/>
              <a:gd name="connsiteY5-136" fmla="*/ 0 h 68999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5" name="Title 1"/>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endParaRPr lang="en-US" dirty="0"/>
          </a:p>
        </p:txBody>
      </p:sp>
      <p:sp>
        <p:nvSpPr>
          <p:cNvPr id="39" name="Picture Placeholder 38"/>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48" name="Text Placeholder 46"/>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49" name="Text Placeholder 46"/>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50" name="Text Placeholder 46"/>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52" name="Text Placeholder 46"/>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53" name="Text Placeholder 46"/>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54" name="Text Placeholder 46"/>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55" name="Text Placeholder 46"/>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2" name="Picture Placeholder 38"/>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10" name="Text Placeholder 46"/>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11" name="Text Placeholder 46"/>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12" name="Text Placeholder 46"/>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Gill Sans Nova" panose="020B0602020104020203" pitchFamily="34" charset="0"/>
              </a:defRPr>
            </a:lvl1pPr>
          </a:lstStyle>
          <a:p>
            <a:pPr lvl="0"/>
            <a:r>
              <a:rPr lang="en-US"/>
              <a:t>Click to edit Master text styles</a:t>
            </a:r>
            <a:endParaRPr lang="en-US"/>
          </a:p>
        </p:txBody>
      </p:sp>
      <p:sp>
        <p:nvSpPr>
          <p:cNvPr id="13" name="Text Placeholder 46"/>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14" name="Text Placeholder 46"/>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15" name="Text Placeholder 46"/>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
        <p:nvSpPr>
          <p:cNvPr id="16" name="Text Placeholder 46"/>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Timeline">
    <p:spTree>
      <p:nvGrpSpPr>
        <p:cNvPr id="1" name=""/>
        <p:cNvGrpSpPr/>
        <p:nvPr/>
      </p:nvGrpSpPr>
      <p:grpSpPr>
        <a:xfrm>
          <a:off x="0" y="0"/>
          <a:ext cx="0" cy="0"/>
          <a:chOff x="0" y="0"/>
          <a:chExt cx="0" cy="0"/>
        </a:xfrm>
      </p:grpSpPr>
      <p:sp>
        <p:nvSpPr>
          <p:cNvPr id="49" name="Freeform: Shape 48"/>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1" fmla="*/ 1708401 w 8339975"/>
              <a:gd name="connsiteY0-2" fmla="*/ 472905 h 5016456"/>
              <a:gd name="connsiteX1-3" fmla="*/ 3848638 w 8339975"/>
              <a:gd name="connsiteY1-4" fmla="*/ 256 h 5016456"/>
              <a:gd name="connsiteX2-5" fmla="*/ 5854939 w 8339975"/>
              <a:gd name="connsiteY2-6" fmla="*/ 453958 h 5016456"/>
              <a:gd name="connsiteX3-7" fmla="*/ 7528125 w 8339975"/>
              <a:gd name="connsiteY3-8" fmla="*/ 1647586 h 5016456"/>
              <a:gd name="connsiteX4-9" fmla="*/ 7964917 w 8339975"/>
              <a:gd name="connsiteY4-10" fmla="*/ 2141444 h 5016456"/>
              <a:gd name="connsiteX5-11" fmla="*/ 8282443 w 8339975"/>
              <a:gd name="connsiteY5-12" fmla="*/ 3652263 h 5016456"/>
              <a:gd name="connsiteX6-13" fmla="*/ 7614819 w 8339975"/>
              <a:gd name="connsiteY6-14" fmla="*/ 4625329 h 5016456"/>
              <a:gd name="connsiteX7-15" fmla="*/ 6295036 w 8339975"/>
              <a:gd name="connsiteY7-16" fmla="*/ 4840094 h 5016456"/>
              <a:gd name="connsiteX8-17" fmla="*/ 5873978 w 8339975"/>
              <a:gd name="connsiteY8-18" fmla="*/ 4635681 h 5016456"/>
              <a:gd name="connsiteX9-19" fmla="*/ 4908200 w 8339975"/>
              <a:gd name="connsiteY9-20" fmla="*/ 4320645 h 5016456"/>
              <a:gd name="connsiteX10-21" fmla="*/ 4012453 w 8339975"/>
              <a:gd name="connsiteY10-22" fmla="*/ 4430992 h 5016456"/>
              <a:gd name="connsiteX11-23" fmla="*/ 3293564 w 8339975"/>
              <a:gd name="connsiteY11-24" fmla="*/ 4694916 h 5016456"/>
              <a:gd name="connsiteX12-25" fmla="*/ 900660 w 8339975"/>
              <a:gd name="connsiteY12-26" fmla="*/ 4775642 h 5016456"/>
              <a:gd name="connsiteX13-27" fmla="*/ 464143 w 8339975"/>
              <a:gd name="connsiteY13-28" fmla="*/ 4374943 h 5016456"/>
              <a:gd name="connsiteX14-29" fmla="*/ 100508 w 8339975"/>
              <a:gd name="connsiteY14-30" fmla="*/ 3580002 h 5016456"/>
              <a:gd name="connsiteX15-31" fmla="*/ 1210 w 8339975"/>
              <a:gd name="connsiteY15-32" fmla="*/ 2578945 h 5016456"/>
              <a:gd name="connsiteX16-33" fmla="*/ 500797 w 8339975"/>
              <a:gd name="connsiteY16-34" fmla="*/ 1384103 h 5016456"/>
              <a:gd name="connsiteX17-35" fmla="*/ 1318314 w 8339975"/>
              <a:gd name="connsiteY17-36" fmla="*/ 689794 h 5016456"/>
              <a:gd name="connsiteX18-37" fmla="*/ 1799841 w 8339975"/>
              <a:gd name="connsiteY18-38" fmla="*/ 564345 h 5016456"/>
              <a:gd name="connsiteX0-39" fmla="*/ 1708401 w 8339975"/>
              <a:gd name="connsiteY0-40" fmla="*/ 472905 h 5016456"/>
              <a:gd name="connsiteX1-41" fmla="*/ 3848638 w 8339975"/>
              <a:gd name="connsiteY1-42" fmla="*/ 256 h 5016456"/>
              <a:gd name="connsiteX2-43" fmla="*/ 5854939 w 8339975"/>
              <a:gd name="connsiteY2-44" fmla="*/ 453958 h 5016456"/>
              <a:gd name="connsiteX3-45" fmla="*/ 7528125 w 8339975"/>
              <a:gd name="connsiteY3-46" fmla="*/ 1647586 h 5016456"/>
              <a:gd name="connsiteX4-47" fmla="*/ 7964917 w 8339975"/>
              <a:gd name="connsiteY4-48" fmla="*/ 2141444 h 5016456"/>
              <a:gd name="connsiteX5-49" fmla="*/ 8282443 w 8339975"/>
              <a:gd name="connsiteY5-50" fmla="*/ 3652263 h 5016456"/>
              <a:gd name="connsiteX6-51" fmla="*/ 7614819 w 8339975"/>
              <a:gd name="connsiteY6-52" fmla="*/ 4625329 h 5016456"/>
              <a:gd name="connsiteX7-53" fmla="*/ 6295036 w 8339975"/>
              <a:gd name="connsiteY7-54" fmla="*/ 4840094 h 5016456"/>
              <a:gd name="connsiteX8-55" fmla="*/ 5873978 w 8339975"/>
              <a:gd name="connsiteY8-56" fmla="*/ 4635681 h 5016456"/>
              <a:gd name="connsiteX9-57" fmla="*/ 4908200 w 8339975"/>
              <a:gd name="connsiteY9-58" fmla="*/ 4320645 h 5016456"/>
              <a:gd name="connsiteX10-59" fmla="*/ 4012453 w 8339975"/>
              <a:gd name="connsiteY10-60" fmla="*/ 4430992 h 5016456"/>
              <a:gd name="connsiteX11-61" fmla="*/ 3293564 w 8339975"/>
              <a:gd name="connsiteY11-62" fmla="*/ 4694916 h 5016456"/>
              <a:gd name="connsiteX12-63" fmla="*/ 900660 w 8339975"/>
              <a:gd name="connsiteY12-64" fmla="*/ 4775642 h 5016456"/>
              <a:gd name="connsiteX13-65" fmla="*/ 464143 w 8339975"/>
              <a:gd name="connsiteY13-66" fmla="*/ 4374943 h 5016456"/>
              <a:gd name="connsiteX14-67" fmla="*/ 100508 w 8339975"/>
              <a:gd name="connsiteY14-68" fmla="*/ 3580002 h 5016456"/>
              <a:gd name="connsiteX15-69" fmla="*/ 1210 w 8339975"/>
              <a:gd name="connsiteY15-70" fmla="*/ 2578945 h 5016456"/>
              <a:gd name="connsiteX16-71" fmla="*/ 500797 w 8339975"/>
              <a:gd name="connsiteY16-72" fmla="*/ 1384103 h 5016456"/>
              <a:gd name="connsiteX17-73" fmla="*/ 1318314 w 8339975"/>
              <a:gd name="connsiteY17-74" fmla="*/ 689794 h 5016456"/>
              <a:gd name="connsiteX18-75" fmla="*/ 1799841 w 8339975"/>
              <a:gd name="connsiteY18-76" fmla="*/ 564345 h 5016456"/>
              <a:gd name="connsiteX0-77" fmla="*/ 1708401 w 8339975"/>
              <a:gd name="connsiteY0-78" fmla="*/ 472905 h 5016456"/>
              <a:gd name="connsiteX1-79" fmla="*/ 3848638 w 8339975"/>
              <a:gd name="connsiteY1-80" fmla="*/ 256 h 5016456"/>
              <a:gd name="connsiteX2-81" fmla="*/ 5854939 w 8339975"/>
              <a:gd name="connsiteY2-82" fmla="*/ 453958 h 5016456"/>
              <a:gd name="connsiteX3-83" fmla="*/ 7528125 w 8339975"/>
              <a:gd name="connsiteY3-84" fmla="*/ 1647586 h 5016456"/>
              <a:gd name="connsiteX4-85" fmla="*/ 7964917 w 8339975"/>
              <a:gd name="connsiteY4-86" fmla="*/ 2141444 h 5016456"/>
              <a:gd name="connsiteX5-87" fmla="*/ 8282443 w 8339975"/>
              <a:gd name="connsiteY5-88" fmla="*/ 3652263 h 5016456"/>
              <a:gd name="connsiteX6-89" fmla="*/ 7614819 w 8339975"/>
              <a:gd name="connsiteY6-90" fmla="*/ 4625329 h 5016456"/>
              <a:gd name="connsiteX7-91" fmla="*/ 6295036 w 8339975"/>
              <a:gd name="connsiteY7-92" fmla="*/ 4840094 h 5016456"/>
              <a:gd name="connsiteX8-93" fmla="*/ 5873978 w 8339975"/>
              <a:gd name="connsiteY8-94" fmla="*/ 4635681 h 5016456"/>
              <a:gd name="connsiteX9-95" fmla="*/ 4908200 w 8339975"/>
              <a:gd name="connsiteY9-96" fmla="*/ 4320645 h 5016456"/>
              <a:gd name="connsiteX10-97" fmla="*/ 4012453 w 8339975"/>
              <a:gd name="connsiteY10-98" fmla="*/ 4430992 h 5016456"/>
              <a:gd name="connsiteX11-99" fmla="*/ 3293564 w 8339975"/>
              <a:gd name="connsiteY11-100" fmla="*/ 4694916 h 5016456"/>
              <a:gd name="connsiteX12-101" fmla="*/ 900660 w 8339975"/>
              <a:gd name="connsiteY12-102" fmla="*/ 4775642 h 5016456"/>
              <a:gd name="connsiteX13-103" fmla="*/ 464143 w 8339975"/>
              <a:gd name="connsiteY13-104" fmla="*/ 4374943 h 5016456"/>
              <a:gd name="connsiteX14-105" fmla="*/ 100508 w 8339975"/>
              <a:gd name="connsiteY14-106" fmla="*/ 3580002 h 5016456"/>
              <a:gd name="connsiteX15-107" fmla="*/ 1210 w 8339975"/>
              <a:gd name="connsiteY15-108" fmla="*/ 2578945 h 5016456"/>
              <a:gd name="connsiteX16-109" fmla="*/ 500797 w 8339975"/>
              <a:gd name="connsiteY16-110" fmla="*/ 1384103 h 5016456"/>
              <a:gd name="connsiteX17-111" fmla="*/ 1318314 w 8339975"/>
              <a:gd name="connsiteY17-112" fmla="*/ 689794 h 5016456"/>
              <a:gd name="connsiteX18-113" fmla="*/ 1799841 w 8339975"/>
              <a:gd name="connsiteY18-114" fmla="*/ 564345 h 5016456"/>
              <a:gd name="connsiteX0-115" fmla="*/ 1708401 w 8339975"/>
              <a:gd name="connsiteY0-116" fmla="*/ 472905 h 5016456"/>
              <a:gd name="connsiteX1-117" fmla="*/ 3848638 w 8339975"/>
              <a:gd name="connsiteY1-118" fmla="*/ 256 h 5016456"/>
              <a:gd name="connsiteX2-119" fmla="*/ 5854939 w 8339975"/>
              <a:gd name="connsiteY2-120" fmla="*/ 453958 h 5016456"/>
              <a:gd name="connsiteX3-121" fmla="*/ 7528125 w 8339975"/>
              <a:gd name="connsiteY3-122" fmla="*/ 1647586 h 5016456"/>
              <a:gd name="connsiteX4-123" fmla="*/ 7964917 w 8339975"/>
              <a:gd name="connsiteY4-124" fmla="*/ 2141444 h 5016456"/>
              <a:gd name="connsiteX5-125" fmla="*/ 8282443 w 8339975"/>
              <a:gd name="connsiteY5-126" fmla="*/ 3652263 h 5016456"/>
              <a:gd name="connsiteX6-127" fmla="*/ 7614819 w 8339975"/>
              <a:gd name="connsiteY6-128" fmla="*/ 4625329 h 5016456"/>
              <a:gd name="connsiteX7-129" fmla="*/ 6295036 w 8339975"/>
              <a:gd name="connsiteY7-130" fmla="*/ 4840094 h 5016456"/>
              <a:gd name="connsiteX8-131" fmla="*/ 5873978 w 8339975"/>
              <a:gd name="connsiteY8-132" fmla="*/ 4635681 h 5016456"/>
              <a:gd name="connsiteX9-133" fmla="*/ 4908200 w 8339975"/>
              <a:gd name="connsiteY9-134" fmla="*/ 4320645 h 5016456"/>
              <a:gd name="connsiteX10-135" fmla="*/ 4012453 w 8339975"/>
              <a:gd name="connsiteY10-136" fmla="*/ 4430992 h 5016456"/>
              <a:gd name="connsiteX11-137" fmla="*/ 3293564 w 8339975"/>
              <a:gd name="connsiteY11-138" fmla="*/ 4694916 h 5016456"/>
              <a:gd name="connsiteX12-139" fmla="*/ 900660 w 8339975"/>
              <a:gd name="connsiteY12-140" fmla="*/ 4775642 h 5016456"/>
              <a:gd name="connsiteX13-141" fmla="*/ 464143 w 8339975"/>
              <a:gd name="connsiteY13-142" fmla="*/ 4374943 h 5016456"/>
              <a:gd name="connsiteX14-143" fmla="*/ 100508 w 8339975"/>
              <a:gd name="connsiteY14-144" fmla="*/ 3580002 h 5016456"/>
              <a:gd name="connsiteX15-145" fmla="*/ 1210 w 8339975"/>
              <a:gd name="connsiteY15-146" fmla="*/ 2578945 h 5016456"/>
              <a:gd name="connsiteX16-147" fmla="*/ 500797 w 8339975"/>
              <a:gd name="connsiteY16-148" fmla="*/ 1384103 h 5016456"/>
              <a:gd name="connsiteX17-149" fmla="*/ 1318314 w 8339975"/>
              <a:gd name="connsiteY17-150" fmla="*/ 689794 h 5016456"/>
              <a:gd name="connsiteX18-151" fmla="*/ 1799841 w 8339975"/>
              <a:gd name="connsiteY18-152" fmla="*/ 564345 h 5016456"/>
              <a:gd name="connsiteX0-153" fmla="*/ 1708401 w 8339975"/>
              <a:gd name="connsiteY0-154" fmla="*/ 472905 h 5016456"/>
              <a:gd name="connsiteX1-155" fmla="*/ 3848638 w 8339975"/>
              <a:gd name="connsiteY1-156" fmla="*/ 256 h 5016456"/>
              <a:gd name="connsiteX2-157" fmla="*/ 5854939 w 8339975"/>
              <a:gd name="connsiteY2-158" fmla="*/ 453958 h 5016456"/>
              <a:gd name="connsiteX3-159" fmla="*/ 7528125 w 8339975"/>
              <a:gd name="connsiteY3-160" fmla="*/ 1647586 h 5016456"/>
              <a:gd name="connsiteX4-161" fmla="*/ 7964917 w 8339975"/>
              <a:gd name="connsiteY4-162" fmla="*/ 2141444 h 5016456"/>
              <a:gd name="connsiteX5-163" fmla="*/ 8282443 w 8339975"/>
              <a:gd name="connsiteY5-164" fmla="*/ 3652263 h 5016456"/>
              <a:gd name="connsiteX6-165" fmla="*/ 7614819 w 8339975"/>
              <a:gd name="connsiteY6-166" fmla="*/ 4625329 h 5016456"/>
              <a:gd name="connsiteX7-167" fmla="*/ 6295036 w 8339975"/>
              <a:gd name="connsiteY7-168" fmla="*/ 4840094 h 5016456"/>
              <a:gd name="connsiteX8-169" fmla="*/ 5873978 w 8339975"/>
              <a:gd name="connsiteY8-170" fmla="*/ 4635681 h 5016456"/>
              <a:gd name="connsiteX9-171" fmla="*/ 4908200 w 8339975"/>
              <a:gd name="connsiteY9-172" fmla="*/ 4320645 h 5016456"/>
              <a:gd name="connsiteX10-173" fmla="*/ 4012453 w 8339975"/>
              <a:gd name="connsiteY10-174" fmla="*/ 4430992 h 5016456"/>
              <a:gd name="connsiteX11-175" fmla="*/ 3293564 w 8339975"/>
              <a:gd name="connsiteY11-176" fmla="*/ 4694916 h 5016456"/>
              <a:gd name="connsiteX12-177" fmla="*/ 900660 w 8339975"/>
              <a:gd name="connsiteY12-178" fmla="*/ 4775642 h 5016456"/>
              <a:gd name="connsiteX13-179" fmla="*/ 464143 w 8339975"/>
              <a:gd name="connsiteY13-180" fmla="*/ 4374943 h 5016456"/>
              <a:gd name="connsiteX14-181" fmla="*/ 100508 w 8339975"/>
              <a:gd name="connsiteY14-182" fmla="*/ 3580002 h 5016456"/>
              <a:gd name="connsiteX15-183" fmla="*/ 1210 w 8339975"/>
              <a:gd name="connsiteY15-184" fmla="*/ 2578945 h 5016456"/>
              <a:gd name="connsiteX16-185" fmla="*/ 500797 w 8339975"/>
              <a:gd name="connsiteY16-186" fmla="*/ 1384103 h 5016456"/>
              <a:gd name="connsiteX17-187" fmla="*/ 1318314 w 8339975"/>
              <a:gd name="connsiteY17-188" fmla="*/ 689794 h 5016456"/>
              <a:gd name="connsiteX0-189" fmla="*/ 1708401 w 8339975"/>
              <a:gd name="connsiteY0-190" fmla="*/ 472905 h 5016456"/>
              <a:gd name="connsiteX1-191" fmla="*/ 3848638 w 8339975"/>
              <a:gd name="connsiteY1-192" fmla="*/ 256 h 5016456"/>
              <a:gd name="connsiteX2-193" fmla="*/ 5854939 w 8339975"/>
              <a:gd name="connsiteY2-194" fmla="*/ 453958 h 5016456"/>
              <a:gd name="connsiteX3-195" fmla="*/ 7528125 w 8339975"/>
              <a:gd name="connsiteY3-196" fmla="*/ 1647586 h 5016456"/>
              <a:gd name="connsiteX4-197" fmla="*/ 7964917 w 8339975"/>
              <a:gd name="connsiteY4-198" fmla="*/ 2141444 h 5016456"/>
              <a:gd name="connsiteX5-199" fmla="*/ 8282443 w 8339975"/>
              <a:gd name="connsiteY5-200" fmla="*/ 3652263 h 5016456"/>
              <a:gd name="connsiteX6-201" fmla="*/ 7614819 w 8339975"/>
              <a:gd name="connsiteY6-202" fmla="*/ 4625329 h 5016456"/>
              <a:gd name="connsiteX7-203" fmla="*/ 6295036 w 8339975"/>
              <a:gd name="connsiteY7-204" fmla="*/ 4840094 h 5016456"/>
              <a:gd name="connsiteX8-205" fmla="*/ 5873978 w 8339975"/>
              <a:gd name="connsiteY8-206" fmla="*/ 4635681 h 5016456"/>
              <a:gd name="connsiteX9-207" fmla="*/ 4908200 w 8339975"/>
              <a:gd name="connsiteY9-208" fmla="*/ 4320645 h 5016456"/>
              <a:gd name="connsiteX10-209" fmla="*/ 4012453 w 8339975"/>
              <a:gd name="connsiteY10-210" fmla="*/ 4430992 h 5016456"/>
              <a:gd name="connsiteX11-211" fmla="*/ 3293564 w 8339975"/>
              <a:gd name="connsiteY11-212" fmla="*/ 4694916 h 5016456"/>
              <a:gd name="connsiteX12-213" fmla="*/ 900660 w 8339975"/>
              <a:gd name="connsiteY12-214" fmla="*/ 4775642 h 5016456"/>
              <a:gd name="connsiteX13-215" fmla="*/ 464143 w 8339975"/>
              <a:gd name="connsiteY13-216" fmla="*/ 4374943 h 5016456"/>
              <a:gd name="connsiteX14-217" fmla="*/ 100508 w 8339975"/>
              <a:gd name="connsiteY14-218" fmla="*/ 3580002 h 5016456"/>
              <a:gd name="connsiteX15-219" fmla="*/ 1210 w 8339975"/>
              <a:gd name="connsiteY15-220" fmla="*/ 2578945 h 5016456"/>
              <a:gd name="connsiteX16-221" fmla="*/ 500797 w 8339975"/>
              <a:gd name="connsiteY16-222" fmla="*/ 1384103 h 5016456"/>
              <a:gd name="connsiteX0-223" fmla="*/ 1708401 w 8339975"/>
              <a:gd name="connsiteY0-224" fmla="*/ 472905 h 5016456"/>
              <a:gd name="connsiteX1-225" fmla="*/ 3848638 w 8339975"/>
              <a:gd name="connsiteY1-226" fmla="*/ 256 h 5016456"/>
              <a:gd name="connsiteX2-227" fmla="*/ 5854939 w 8339975"/>
              <a:gd name="connsiteY2-228" fmla="*/ 453958 h 5016456"/>
              <a:gd name="connsiteX3-229" fmla="*/ 7528125 w 8339975"/>
              <a:gd name="connsiteY3-230" fmla="*/ 1647586 h 5016456"/>
              <a:gd name="connsiteX4-231" fmla="*/ 7964917 w 8339975"/>
              <a:gd name="connsiteY4-232" fmla="*/ 2141444 h 5016456"/>
              <a:gd name="connsiteX5-233" fmla="*/ 8282443 w 8339975"/>
              <a:gd name="connsiteY5-234" fmla="*/ 3652263 h 5016456"/>
              <a:gd name="connsiteX6-235" fmla="*/ 7614819 w 8339975"/>
              <a:gd name="connsiteY6-236" fmla="*/ 4625329 h 5016456"/>
              <a:gd name="connsiteX7-237" fmla="*/ 6295036 w 8339975"/>
              <a:gd name="connsiteY7-238" fmla="*/ 4840094 h 5016456"/>
              <a:gd name="connsiteX8-239" fmla="*/ 5873978 w 8339975"/>
              <a:gd name="connsiteY8-240" fmla="*/ 4635681 h 5016456"/>
              <a:gd name="connsiteX9-241" fmla="*/ 4908200 w 8339975"/>
              <a:gd name="connsiteY9-242" fmla="*/ 4320645 h 5016456"/>
              <a:gd name="connsiteX10-243" fmla="*/ 4012453 w 8339975"/>
              <a:gd name="connsiteY10-244" fmla="*/ 4430992 h 5016456"/>
              <a:gd name="connsiteX11-245" fmla="*/ 3293564 w 8339975"/>
              <a:gd name="connsiteY11-246" fmla="*/ 4694916 h 5016456"/>
              <a:gd name="connsiteX12-247" fmla="*/ 900660 w 8339975"/>
              <a:gd name="connsiteY12-248" fmla="*/ 4775642 h 5016456"/>
              <a:gd name="connsiteX13-249" fmla="*/ 464143 w 8339975"/>
              <a:gd name="connsiteY13-250" fmla="*/ 4374943 h 5016456"/>
              <a:gd name="connsiteX14-251" fmla="*/ 100508 w 8339975"/>
              <a:gd name="connsiteY14-252" fmla="*/ 3580002 h 5016456"/>
              <a:gd name="connsiteX15-253" fmla="*/ 1210 w 8339975"/>
              <a:gd name="connsiteY15-254" fmla="*/ 2578945 h 5016456"/>
              <a:gd name="connsiteX0-255" fmla="*/ 1607893 w 8239467"/>
              <a:gd name="connsiteY0-256" fmla="*/ 472905 h 5016456"/>
              <a:gd name="connsiteX1-257" fmla="*/ 3748130 w 8239467"/>
              <a:gd name="connsiteY1-258" fmla="*/ 256 h 5016456"/>
              <a:gd name="connsiteX2-259" fmla="*/ 5754431 w 8239467"/>
              <a:gd name="connsiteY2-260" fmla="*/ 453958 h 5016456"/>
              <a:gd name="connsiteX3-261" fmla="*/ 7427617 w 8239467"/>
              <a:gd name="connsiteY3-262" fmla="*/ 1647586 h 5016456"/>
              <a:gd name="connsiteX4-263" fmla="*/ 7864409 w 8239467"/>
              <a:gd name="connsiteY4-264" fmla="*/ 2141444 h 5016456"/>
              <a:gd name="connsiteX5-265" fmla="*/ 8181935 w 8239467"/>
              <a:gd name="connsiteY5-266" fmla="*/ 3652263 h 5016456"/>
              <a:gd name="connsiteX6-267" fmla="*/ 7514311 w 8239467"/>
              <a:gd name="connsiteY6-268" fmla="*/ 4625329 h 5016456"/>
              <a:gd name="connsiteX7-269" fmla="*/ 6194528 w 8239467"/>
              <a:gd name="connsiteY7-270" fmla="*/ 4840094 h 5016456"/>
              <a:gd name="connsiteX8-271" fmla="*/ 5773470 w 8239467"/>
              <a:gd name="connsiteY8-272" fmla="*/ 4635681 h 5016456"/>
              <a:gd name="connsiteX9-273" fmla="*/ 4807692 w 8239467"/>
              <a:gd name="connsiteY9-274" fmla="*/ 4320645 h 5016456"/>
              <a:gd name="connsiteX10-275" fmla="*/ 3911945 w 8239467"/>
              <a:gd name="connsiteY10-276" fmla="*/ 4430992 h 5016456"/>
              <a:gd name="connsiteX11-277" fmla="*/ 3193056 w 8239467"/>
              <a:gd name="connsiteY11-278" fmla="*/ 4694916 h 5016456"/>
              <a:gd name="connsiteX12-279" fmla="*/ 800152 w 8239467"/>
              <a:gd name="connsiteY12-280" fmla="*/ 4775642 h 5016456"/>
              <a:gd name="connsiteX13-281" fmla="*/ 363635 w 8239467"/>
              <a:gd name="connsiteY13-282" fmla="*/ 4374943 h 5016456"/>
              <a:gd name="connsiteX14-283" fmla="*/ 0 w 8239467"/>
              <a:gd name="connsiteY14-284" fmla="*/ 3580002 h 5016456"/>
              <a:gd name="connsiteX0-285" fmla="*/ 1244258 w 7875832"/>
              <a:gd name="connsiteY0-286" fmla="*/ 472905 h 5016456"/>
              <a:gd name="connsiteX1-287" fmla="*/ 3384495 w 7875832"/>
              <a:gd name="connsiteY1-288" fmla="*/ 256 h 5016456"/>
              <a:gd name="connsiteX2-289" fmla="*/ 5390796 w 7875832"/>
              <a:gd name="connsiteY2-290" fmla="*/ 453958 h 5016456"/>
              <a:gd name="connsiteX3-291" fmla="*/ 7063982 w 7875832"/>
              <a:gd name="connsiteY3-292" fmla="*/ 1647586 h 5016456"/>
              <a:gd name="connsiteX4-293" fmla="*/ 7500774 w 7875832"/>
              <a:gd name="connsiteY4-294" fmla="*/ 2141444 h 5016456"/>
              <a:gd name="connsiteX5-295" fmla="*/ 7818300 w 7875832"/>
              <a:gd name="connsiteY5-296" fmla="*/ 3652263 h 5016456"/>
              <a:gd name="connsiteX6-297" fmla="*/ 7150676 w 7875832"/>
              <a:gd name="connsiteY6-298" fmla="*/ 4625329 h 5016456"/>
              <a:gd name="connsiteX7-299" fmla="*/ 5830893 w 7875832"/>
              <a:gd name="connsiteY7-300" fmla="*/ 4840094 h 5016456"/>
              <a:gd name="connsiteX8-301" fmla="*/ 5409835 w 7875832"/>
              <a:gd name="connsiteY8-302" fmla="*/ 4635681 h 5016456"/>
              <a:gd name="connsiteX9-303" fmla="*/ 4444057 w 7875832"/>
              <a:gd name="connsiteY9-304" fmla="*/ 4320645 h 5016456"/>
              <a:gd name="connsiteX10-305" fmla="*/ 3548310 w 7875832"/>
              <a:gd name="connsiteY10-306" fmla="*/ 4430992 h 5016456"/>
              <a:gd name="connsiteX11-307" fmla="*/ 2829421 w 7875832"/>
              <a:gd name="connsiteY11-308" fmla="*/ 4694916 h 5016456"/>
              <a:gd name="connsiteX12-309" fmla="*/ 436517 w 7875832"/>
              <a:gd name="connsiteY12-310" fmla="*/ 4775642 h 5016456"/>
              <a:gd name="connsiteX13-311" fmla="*/ 0 w 7875832"/>
              <a:gd name="connsiteY13-312" fmla="*/ 4374943 h 5016456"/>
              <a:gd name="connsiteX0-313" fmla="*/ 807741 w 7439315"/>
              <a:gd name="connsiteY0-314" fmla="*/ 472905 h 5016456"/>
              <a:gd name="connsiteX1-315" fmla="*/ 2947978 w 7439315"/>
              <a:gd name="connsiteY1-316" fmla="*/ 256 h 5016456"/>
              <a:gd name="connsiteX2-317" fmla="*/ 4954279 w 7439315"/>
              <a:gd name="connsiteY2-318" fmla="*/ 453958 h 5016456"/>
              <a:gd name="connsiteX3-319" fmla="*/ 6627465 w 7439315"/>
              <a:gd name="connsiteY3-320" fmla="*/ 1647586 h 5016456"/>
              <a:gd name="connsiteX4-321" fmla="*/ 7064257 w 7439315"/>
              <a:gd name="connsiteY4-322" fmla="*/ 2141444 h 5016456"/>
              <a:gd name="connsiteX5-323" fmla="*/ 7381783 w 7439315"/>
              <a:gd name="connsiteY5-324" fmla="*/ 3652263 h 5016456"/>
              <a:gd name="connsiteX6-325" fmla="*/ 6714159 w 7439315"/>
              <a:gd name="connsiteY6-326" fmla="*/ 4625329 h 5016456"/>
              <a:gd name="connsiteX7-327" fmla="*/ 5394376 w 7439315"/>
              <a:gd name="connsiteY7-328" fmla="*/ 4840094 h 5016456"/>
              <a:gd name="connsiteX8-329" fmla="*/ 4973318 w 7439315"/>
              <a:gd name="connsiteY8-330" fmla="*/ 4635681 h 5016456"/>
              <a:gd name="connsiteX9-331" fmla="*/ 4007540 w 7439315"/>
              <a:gd name="connsiteY9-332" fmla="*/ 4320645 h 5016456"/>
              <a:gd name="connsiteX10-333" fmla="*/ 3111793 w 7439315"/>
              <a:gd name="connsiteY10-334" fmla="*/ 4430992 h 5016456"/>
              <a:gd name="connsiteX11-335" fmla="*/ 2392904 w 7439315"/>
              <a:gd name="connsiteY11-336" fmla="*/ 4694916 h 5016456"/>
              <a:gd name="connsiteX12-337" fmla="*/ 0 w 7439315"/>
              <a:gd name="connsiteY12-338" fmla="*/ 4775642 h 5016456"/>
              <a:gd name="connsiteX0-339" fmla="*/ 0 w 6631574"/>
              <a:gd name="connsiteY0-340" fmla="*/ 472905 h 4914632"/>
              <a:gd name="connsiteX1-341" fmla="*/ 2140237 w 6631574"/>
              <a:gd name="connsiteY1-342" fmla="*/ 256 h 4914632"/>
              <a:gd name="connsiteX2-343" fmla="*/ 4146538 w 6631574"/>
              <a:gd name="connsiteY2-344" fmla="*/ 453958 h 4914632"/>
              <a:gd name="connsiteX3-345" fmla="*/ 5819724 w 6631574"/>
              <a:gd name="connsiteY3-346" fmla="*/ 1647586 h 4914632"/>
              <a:gd name="connsiteX4-347" fmla="*/ 6256516 w 6631574"/>
              <a:gd name="connsiteY4-348" fmla="*/ 2141444 h 4914632"/>
              <a:gd name="connsiteX5-349" fmla="*/ 6574042 w 6631574"/>
              <a:gd name="connsiteY5-350" fmla="*/ 3652263 h 4914632"/>
              <a:gd name="connsiteX6-351" fmla="*/ 5906418 w 6631574"/>
              <a:gd name="connsiteY6-352" fmla="*/ 4625329 h 4914632"/>
              <a:gd name="connsiteX7-353" fmla="*/ 4586635 w 6631574"/>
              <a:gd name="connsiteY7-354" fmla="*/ 4840094 h 4914632"/>
              <a:gd name="connsiteX8-355" fmla="*/ 4165577 w 6631574"/>
              <a:gd name="connsiteY8-356" fmla="*/ 4635681 h 4914632"/>
              <a:gd name="connsiteX9-357" fmla="*/ 3199799 w 6631574"/>
              <a:gd name="connsiteY9-358" fmla="*/ 4320645 h 4914632"/>
              <a:gd name="connsiteX10-359" fmla="*/ 2304052 w 6631574"/>
              <a:gd name="connsiteY10-360" fmla="*/ 4430992 h 4914632"/>
              <a:gd name="connsiteX11-361" fmla="*/ 1585163 w 6631574"/>
              <a:gd name="connsiteY11-362" fmla="*/ 4694916 h 4914632"/>
              <a:gd name="connsiteX0-363" fmla="*/ 0 w 6631574"/>
              <a:gd name="connsiteY0-364" fmla="*/ 472905 h 4914632"/>
              <a:gd name="connsiteX1-365" fmla="*/ 2140237 w 6631574"/>
              <a:gd name="connsiteY1-366" fmla="*/ 256 h 4914632"/>
              <a:gd name="connsiteX2-367" fmla="*/ 4146538 w 6631574"/>
              <a:gd name="connsiteY2-368" fmla="*/ 453958 h 4914632"/>
              <a:gd name="connsiteX3-369" fmla="*/ 5819724 w 6631574"/>
              <a:gd name="connsiteY3-370" fmla="*/ 1647586 h 4914632"/>
              <a:gd name="connsiteX4-371" fmla="*/ 6256516 w 6631574"/>
              <a:gd name="connsiteY4-372" fmla="*/ 2141444 h 4914632"/>
              <a:gd name="connsiteX5-373" fmla="*/ 6574042 w 6631574"/>
              <a:gd name="connsiteY5-374" fmla="*/ 3652263 h 4914632"/>
              <a:gd name="connsiteX6-375" fmla="*/ 5906418 w 6631574"/>
              <a:gd name="connsiteY6-376" fmla="*/ 4625329 h 4914632"/>
              <a:gd name="connsiteX7-377" fmla="*/ 4586635 w 6631574"/>
              <a:gd name="connsiteY7-378" fmla="*/ 4840094 h 4914632"/>
              <a:gd name="connsiteX8-379" fmla="*/ 4165577 w 6631574"/>
              <a:gd name="connsiteY8-380" fmla="*/ 4635681 h 4914632"/>
              <a:gd name="connsiteX9-381" fmla="*/ 3199799 w 6631574"/>
              <a:gd name="connsiteY9-382" fmla="*/ 4320645 h 4914632"/>
              <a:gd name="connsiteX10-383" fmla="*/ 2304052 w 6631574"/>
              <a:gd name="connsiteY10-384" fmla="*/ 4430992 h 4914632"/>
              <a:gd name="connsiteX0-385" fmla="*/ 0 w 6631574"/>
              <a:gd name="connsiteY0-386" fmla="*/ 472905 h 4914632"/>
              <a:gd name="connsiteX1-387" fmla="*/ 2140237 w 6631574"/>
              <a:gd name="connsiteY1-388" fmla="*/ 256 h 4914632"/>
              <a:gd name="connsiteX2-389" fmla="*/ 4146538 w 6631574"/>
              <a:gd name="connsiteY2-390" fmla="*/ 453958 h 4914632"/>
              <a:gd name="connsiteX3-391" fmla="*/ 5819724 w 6631574"/>
              <a:gd name="connsiteY3-392" fmla="*/ 1647586 h 4914632"/>
              <a:gd name="connsiteX4-393" fmla="*/ 6256516 w 6631574"/>
              <a:gd name="connsiteY4-394" fmla="*/ 2141444 h 4914632"/>
              <a:gd name="connsiteX5-395" fmla="*/ 6574042 w 6631574"/>
              <a:gd name="connsiteY5-396" fmla="*/ 3652263 h 4914632"/>
              <a:gd name="connsiteX6-397" fmla="*/ 5906418 w 6631574"/>
              <a:gd name="connsiteY6-398" fmla="*/ 4625329 h 4914632"/>
              <a:gd name="connsiteX7-399" fmla="*/ 4586635 w 6631574"/>
              <a:gd name="connsiteY7-400" fmla="*/ 4840094 h 4914632"/>
              <a:gd name="connsiteX8-401" fmla="*/ 4165577 w 6631574"/>
              <a:gd name="connsiteY8-402" fmla="*/ 4635681 h 4914632"/>
              <a:gd name="connsiteX9-403" fmla="*/ 3199799 w 6631574"/>
              <a:gd name="connsiteY9-404" fmla="*/ 4320645 h 4914632"/>
              <a:gd name="connsiteX0-405" fmla="*/ 0 w 6631574"/>
              <a:gd name="connsiteY0-406" fmla="*/ 472905 h 4914632"/>
              <a:gd name="connsiteX1-407" fmla="*/ 2140237 w 6631574"/>
              <a:gd name="connsiteY1-408" fmla="*/ 256 h 4914632"/>
              <a:gd name="connsiteX2-409" fmla="*/ 4146538 w 6631574"/>
              <a:gd name="connsiteY2-410" fmla="*/ 453958 h 4914632"/>
              <a:gd name="connsiteX3-411" fmla="*/ 5819724 w 6631574"/>
              <a:gd name="connsiteY3-412" fmla="*/ 1647586 h 4914632"/>
              <a:gd name="connsiteX4-413" fmla="*/ 6256516 w 6631574"/>
              <a:gd name="connsiteY4-414" fmla="*/ 2141444 h 4914632"/>
              <a:gd name="connsiteX5-415" fmla="*/ 6574042 w 6631574"/>
              <a:gd name="connsiteY5-416" fmla="*/ 3652263 h 4914632"/>
              <a:gd name="connsiteX6-417" fmla="*/ 5906418 w 6631574"/>
              <a:gd name="connsiteY6-418" fmla="*/ 4625329 h 4914632"/>
              <a:gd name="connsiteX7-419" fmla="*/ 4586635 w 6631574"/>
              <a:gd name="connsiteY7-420" fmla="*/ 4840094 h 4914632"/>
              <a:gd name="connsiteX8-421" fmla="*/ 4165577 w 6631574"/>
              <a:gd name="connsiteY8-422" fmla="*/ 4635681 h 4914632"/>
              <a:gd name="connsiteX0-423" fmla="*/ 0 w 6631574"/>
              <a:gd name="connsiteY0-424" fmla="*/ 472905 h 4914632"/>
              <a:gd name="connsiteX1-425" fmla="*/ 2140237 w 6631574"/>
              <a:gd name="connsiteY1-426" fmla="*/ 256 h 4914632"/>
              <a:gd name="connsiteX2-427" fmla="*/ 4146538 w 6631574"/>
              <a:gd name="connsiteY2-428" fmla="*/ 453958 h 4914632"/>
              <a:gd name="connsiteX3-429" fmla="*/ 5819724 w 6631574"/>
              <a:gd name="connsiteY3-430" fmla="*/ 1647586 h 4914632"/>
              <a:gd name="connsiteX4-431" fmla="*/ 6256516 w 6631574"/>
              <a:gd name="connsiteY4-432" fmla="*/ 2141444 h 4914632"/>
              <a:gd name="connsiteX5-433" fmla="*/ 6574042 w 6631574"/>
              <a:gd name="connsiteY5-434" fmla="*/ 3652263 h 4914632"/>
              <a:gd name="connsiteX6-435" fmla="*/ 5906418 w 6631574"/>
              <a:gd name="connsiteY6-436" fmla="*/ 4625329 h 4914632"/>
              <a:gd name="connsiteX7-437" fmla="*/ 4586635 w 6631574"/>
              <a:gd name="connsiteY7-438" fmla="*/ 4840094 h 4914632"/>
              <a:gd name="connsiteX0-439" fmla="*/ 0 w 6631574"/>
              <a:gd name="connsiteY0-440" fmla="*/ 472905 h 4625329"/>
              <a:gd name="connsiteX1-441" fmla="*/ 2140237 w 6631574"/>
              <a:gd name="connsiteY1-442" fmla="*/ 256 h 4625329"/>
              <a:gd name="connsiteX2-443" fmla="*/ 4146538 w 6631574"/>
              <a:gd name="connsiteY2-444" fmla="*/ 453958 h 4625329"/>
              <a:gd name="connsiteX3-445" fmla="*/ 5819724 w 6631574"/>
              <a:gd name="connsiteY3-446" fmla="*/ 1647586 h 4625329"/>
              <a:gd name="connsiteX4-447" fmla="*/ 6256516 w 6631574"/>
              <a:gd name="connsiteY4-448" fmla="*/ 2141444 h 4625329"/>
              <a:gd name="connsiteX5-449" fmla="*/ 6574042 w 6631574"/>
              <a:gd name="connsiteY5-450" fmla="*/ 3652263 h 4625329"/>
              <a:gd name="connsiteX6-451" fmla="*/ 5906418 w 6631574"/>
              <a:gd name="connsiteY6-452" fmla="*/ 4625329 h 4625329"/>
              <a:gd name="connsiteX0-453" fmla="*/ 0 w 6631574"/>
              <a:gd name="connsiteY0-454" fmla="*/ 472905 h 3652263"/>
              <a:gd name="connsiteX1-455" fmla="*/ 2140237 w 6631574"/>
              <a:gd name="connsiteY1-456" fmla="*/ 256 h 3652263"/>
              <a:gd name="connsiteX2-457" fmla="*/ 4146538 w 6631574"/>
              <a:gd name="connsiteY2-458" fmla="*/ 453958 h 3652263"/>
              <a:gd name="connsiteX3-459" fmla="*/ 5819724 w 6631574"/>
              <a:gd name="connsiteY3-460" fmla="*/ 1647586 h 3652263"/>
              <a:gd name="connsiteX4-461" fmla="*/ 6256516 w 6631574"/>
              <a:gd name="connsiteY4-462" fmla="*/ 2141444 h 3652263"/>
              <a:gd name="connsiteX5-463" fmla="*/ 6574042 w 6631574"/>
              <a:gd name="connsiteY5-464" fmla="*/ 3652263 h 3652263"/>
              <a:gd name="connsiteX0-465" fmla="*/ 0 w 6256516"/>
              <a:gd name="connsiteY0-466" fmla="*/ 472905 h 2141444"/>
              <a:gd name="connsiteX1-467" fmla="*/ 2140237 w 6256516"/>
              <a:gd name="connsiteY1-468" fmla="*/ 256 h 2141444"/>
              <a:gd name="connsiteX2-469" fmla="*/ 4146538 w 6256516"/>
              <a:gd name="connsiteY2-470" fmla="*/ 453958 h 2141444"/>
              <a:gd name="connsiteX3-471" fmla="*/ 5819724 w 6256516"/>
              <a:gd name="connsiteY3-472" fmla="*/ 1647586 h 2141444"/>
              <a:gd name="connsiteX4-473" fmla="*/ 6256516 w 6256516"/>
              <a:gd name="connsiteY4-474" fmla="*/ 2141444 h 2141444"/>
              <a:gd name="connsiteX0-475" fmla="*/ 0 w 5819724"/>
              <a:gd name="connsiteY0-476" fmla="*/ 472905 h 1647586"/>
              <a:gd name="connsiteX1-477" fmla="*/ 2140237 w 5819724"/>
              <a:gd name="connsiteY1-478" fmla="*/ 256 h 1647586"/>
              <a:gd name="connsiteX2-479" fmla="*/ 4146538 w 5819724"/>
              <a:gd name="connsiteY2-480" fmla="*/ 453958 h 1647586"/>
              <a:gd name="connsiteX3-481" fmla="*/ 5819724 w 5819724"/>
              <a:gd name="connsiteY3-482" fmla="*/ 1647586 h 1647586"/>
              <a:gd name="connsiteX0-483" fmla="*/ 0 w 4146538"/>
              <a:gd name="connsiteY0-484" fmla="*/ 472905 h 472905"/>
              <a:gd name="connsiteX1-485" fmla="*/ 2140237 w 4146538"/>
              <a:gd name="connsiteY1-486" fmla="*/ 256 h 472905"/>
              <a:gd name="connsiteX2-487" fmla="*/ 4146538 w 4146538"/>
              <a:gd name="connsiteY2-488" fmla="*/ 453958 h 472905"/>
              <a:gd name="connsiteX0-489" fmla="*/ 0 w 2140237"/>
              <a:gd name="connsiteY0-490" fmla="*/ 472905 h 472905"/>
              <a:gd name="connsiteX1-491" fmla="*/ 2140237 w 2140237"/>
              <a:gd name="connsiteY1-492" fmla="*/ 256 h 472905"/>
            </a:gdLst>
            <a:ahLst/>
            <a:cxnLst>
              <a:cxn ang="0">
                <a:pos x="connsiteX0-1" y="connsiteY0-2"/>
              </a:cxn>
              <a:cxn ang="0">
                <a:pos x="connsiteX1-3" y="connsiteY1-4"/>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5" name="Freeform: Shape 44"/>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1" fmla="*/ 3848638 w 8339975"/>
              <a:gd name="connsiteY0-2" fmla="*/ 0 h 5016200"/>
              <a:gd name="connsiteX1-3" fmla="*/ 5854939 w 8339975"/>
              <a:gd name="connsiteY1-4" fmla="*/ 453702 h 5016200"/>
              <a:gd name="connsiteX2-5" fmla="*/ 7528125 w 8339975"/>
              <a:gd name="connsiteY2-6" fmla="*/ 1647330 h 5016200"/>
              <a:gd name="connsiteX3-7" fmla="*/ 7964917 w 8339975"/>
              <a:gd name="connsiteY3-8" fmla="*/ 2141188 h 5016200"/>
              <a:gd name="connsiteX4-9" fmla="*/ 8282443 w 8339975"/>
              <a:gd name="connsiteY4-10" fmla="*/ 3652007 h 5016200"/>
              <a:gd name="connsiteX5-11" fmla="*/ 7614819 w 8339975"/>
              <a:gd name="connsiteY5-12" fmla="*/ 4625073 h 5016200"/>
              <a:gd name="connsiteX6-13" fmla="*/ 6295036 w 8339975"/>
              <a:gd name="connsiteY6-14" fmla="*/ 4839838 h 5016200"/>
              <a:gd name="connsiteX7-15" fmla="*/ 5873978 w 8339975"/>
              <a:gd name="connsiteY7-16" fmla="*/ 4635425 h 5016200"/>
              <a:gd name="connsiteX8-17" fmla="*/ 4908200 w 8339975"/>
              <a:gd name="connsiteY8-18" fmla="*/ 4320389 h 5016200"/>
              <a:gd name="connsiteX9-19" fmla="*/ 4012453 w 8339975"/>
              <a:gd name="connsiteY9-20" fmla="*/ 4430736 h 5016200"/>
              <a:gd name="connsiteX10-21" fmla="*/ 3293564 w 8339975"/>
              <a:gd name="connsiteY10-22" fmla="*/ 4694660 h 5016200"/>
              <a:gd name="connsiteX11-23" fmla="*/ 900660 w 8339975"/>
              <a:gd name="connsiteY11-24" fmla="*/ 4775386 h 5016200"/>
              <a:gd name="connsiteX12-25" fmla="*/ 464143 w 8339975"/>
              <a:gd name="connsiteY12-26" fmla="*/ 4374687 h 5016200"/>
              <a:gd name="connsiteX13-27" fmla="*/ 100508 w 8339975"/>
              <a:gd name="connsiteY13-28" fmla="*/ 3579746 h 5016200"/>
              <a:gd name="connsiteX14-29" fmla="*/ 1210 w 8339975"/>
              <a:gd name="connsiteY14-30" fmla="*/ 2578689 h 5016200"/>
              <a:gd name="connsiteX15-31" fmla="*/ 500797 w 8339975"/>
              <a:gd name="connsiteY15-32" fmla="*/ 1383847 h 5016200"/>
              <a:gd name="connsiteX16-33" fmla="*/ 1318314 w 8339975"/>
              <a:gd name="connsiteY16-34" fmla="*/ 689538 h 5016200"/>
              <a:gd name="connsiteX17-35" fmla="*/ 1708401 w 8339975"/>
              <a:gd name="connsiteY17-36" fmla="*/ 472649 h 5016200"/>
              <a:gd name="connsiteX18-37" fmla="*/ 3940078 w 8339975"/>
              <a:gd name="connsiteY18-38" fmla="*/ 91440 h 5016200"/>
              <a:gd name="connsiteX0-39" fmla="*/ 3848638 w 8339975"/>
              <a:gd name="connsiteY0-40" fmla="*/ 0 h 5016200"/>
              <a:gd name="connsiteX1-41" fmla="*/ 5854939 w 8339975"/>
              <a:gd name="connsiteY1-42" fmla="*/ 453702 h 5016200"/>
              <a:gd name="connsiteX2-43" fmla="*/ 7528125 w 8339975"/>
              <a:gd name="connsiteY2-44" fmla="*/ 1647330 h 5016200"/>
              <a:gd name="connsiteX3-45" fmla="*/ 7964917 w 8339975"/>
              <a:gd name="connsiteY3-46" fmla="*/ 2141188 h 5016200"/>
              <a:gd name="connsiteX4-47" fmla="*/ 8282443 w 8339975"/>
              <a:gd name="connsiteY4-48" fmla="*/ 3652007 h 5016200"/>
              <a:gd name="connsiteX5-49" fmla="*/ 7614819 w 8339975"/>
              <a:gd name="connsiteY5-50" fmla="*/ 4625073 h 5016200"/>
              <a:gd name="connsiteX6-51" fmla="*/ 6295036 w 8339975"/>
              <a:gd name="connsiteY6-52" fmla="*/ 4839838 h 5016200"/>
              <a:gd name="connsiteX7-53" fmla="*/ 5873978 w 8339975"/>
              <a:gd name="connsiteY7-54" fmla="*/ 4635425 h 5016200"/>
              <a:gd name="connsiteX8-55" fmla="*/ 4908200 w 8339975"/>
              <a:gd name="connsiteY8-56" fmla="*/ 4320389 h 5016200"/>
              <a:gd name="connsiteX9-57" fmla="*/ 4012453 w 8339975"/>
              <a:gd name="connsiteY9-58" fmla="*/ 4430736 h 5016200"/>
              <a:gd name="connsiteX10-59" fmla="*/ 3293564 w 8339975"/>
              <a:gd name="connsiteY10-60" fmla="*/ 4694660 h 5016200"/>
              <a:gd name="connsiteX11-61" fmla="*/ 900660 w 8339975"/>
              <a:gd name="connsiteY11-62" fmla="*/ 4775386 h 5016200"/>
              <a:gd name="connsiteX12-63" fmla="*/ 464143 w 8339975"/>
              <a:gd name="connsiteY12-64" fmla="*/ 4374687 h 5016200"/>
              <a:gd name="connsiteX13-65" fmla="*/ 100508 w 8339975"/>
              <a:gd name="connsiteY13-66" fmla="*/ 3579746 h 5016200"/>
              <a:gd name="connsiteX14-67" fmla="*/ 1210 w 8339975"/>
              <a:gd name="connsiteY14-68" fmla="*/ 2578689 h 5016200"/>
              <a:gd name="connsiteX15-69" fmla="*/ 500797 w 8339975"/>
              <a:gd name="connsiteY15-70" fmla="*/ 1383847 h 5016200"/>
              <a:gd name="connsiteX16-71" fmla="*/ 1318314 w 8339975"/>
              <a:gd name="connsiteY16-72" fmla="*/ 689538 h 5016200"/>
              <a:gd name="connsiteX17-73" fmla="*/ 1708401 w 8339975"/>
              <a:gd name="connsiteY17-74" fmla="*/ 472649 h 5016200"/>
              <a:gd name="connsiteX0-75" fmla="*/ 3847515 w 8338852"/>
              <a:gd name="connsiteY0-76" fmla="*/ 0 h 5016200"/>
              <a:gd name="connsiteX1-77" fmla="*/ 5853816 w 8338852"/>
              <a:gd name="connsiteY1-78" fmla="*/ 453702 h 5016200"/>
              <a:gd name="connsiteX2-79" fmla="*/ 7527002 w 8338852"/>
              <a:gd name="connsiteY2-80" fmla="*/ 1647330 h 5016200"/>
              <a:gd name="connsiteX3-81" fmla="*/ 7963794 w 8338852"/>
              <a:gd name="connsiteY3-82" fmla="*/ 2141188 h 5016200"/>
              <a:gd name="connsiteX4-83" fmla="*/ 8281320 w 8338852"/>
              <a:gd name="connsiteY4-84" fmla="*/ 3652007 h 5016200"/>
              <a:gd name="connsiteX5-85" fmla="*/ 7613696 w 8338852"/>
              <a:gd name="connsiteY5-86" fmla="*/ 4625073 h 5016200"/>
              <a:gd name="connsiteX6-87" fmla="*/ 6293913 w 8338852"/>
              <a:gd name="connsiteY6-88" fmla="*/ 4839838 h 5016200"/>
              <a:gd name="connsiteX7-89" fmla="*/ 5872855 w 8338852"/>
              <a:gd name="connsiteY7-90" fmla="*/ 4635425 h 5016200"/>
              <a:gd name="connsiteX8-91" fmla="*/ 4907077 w 8338852"/>
              <a:gd name="connsiteY8-92" fmla="*/ 4320389 h 5016200"/>
              <a:gd name="connsiteX9-93" fmla="*/ 4011330 w 8338852"/>
              <a:gd name="connsiteY9-94" fmla="*/ 4430736 h 5016200"/>
              <a:gd name="connsiteX10-95" fmla="*/ 3292441 w 8338852"/>
              <a:gd name="connsiteY10-96" fmla="*/ 4694660 h 5016200"/>
              <a:gd name="connsiteX11-97" fmla="*/ 899537 w 8338852"/>
              <a:gd name="connsiteY11-98" fmla="*/ 4775386 h 5016200"/>
              <a:gd name="connsiteX12-99" fmla="*/ 463020 w 8338852"/>
              <a:gd name="connsiteY12-100" fmla="*/ 4374687 h 5016200"/>
              <a:gd name="connsiteX13-101" fmla="*/ 87 w 8338852"/>
              <a:gd name="connsiteY13-102" fmla="*/ 2578689 h 5016200"/>
              <a:gd name="connsiteX14-103" fmla="*/ 499674 w 8338852"/>
              <a:gd name="connsiteY14-104" fmla="*/ 1383847 h 5016200"/>
              <a:gd name="connsiteX15-105" fmla="*/ 1317191 w 8338852"/>
              <a:gd name="connsiteY15-106" fmla="*/ 689538 h 5016200"/>
              <a:gd name="connsiteX16-107" fmla="*/ 1707278 w 8338852"/>
              <a:gd name="connsiteY16-108" fmla="*/ 472649 h 5016200"/>
              <a:gd name="connsiteX0-109" fmla="*/ 3847515 w 8338852"/>
              <a:gd name="connsiteY0-110" fmla="*/ 0 h 5016200"/>
              <a:gd name="connsiteX1-111" fmla="*/ 5853816 w 8338852"/>
              <a:gd name="connsiteY1-112" fmla="*/ 453702 h 5016200"/>
              <a:gd name="connsiteX2-113" fmla="*/ 7527002 w 8338852"/>
              <a:gd name="connsiteY2-114" fmla="*/ 1647330 h 5016200"/>
              <a:gd name="connsiteX3-115" fmla="*/ 7963794 w 8338852"/>
              <a:gd name="connsiteY3-116" fmla="*/ 2141188 h 5016200"/>
              <a:gd name="connsiteX4-117" fmla="*/ 8281320 w 8338852"/>
              <a:gd name="connsiteY4-118" fmla="*/ 3652007 h 5016200"/>
              <a:gd name="connsiteX5-119" fmla="*/ 7613696 w 8338852"/>
              <a:gd name="connsiteY5-120" fmla="*/ 4625073 h 5016200"/>
              <a:gd name="connsiteX6-121" fmla="*/ 6293913 w 8338852"/>
              <a:gd name="connsiteY6-122" fmla="*/ 4839838 h 5016200"/>
              <a:gd name="connsiteX7-123" fmla="*/ 5872855 w 8338852"/>
              <a:gd name="connsiteY7-124" fmla="*/ 4635425 h 5016200"/>
              <a:gd name="connsiteX8-125" fmla="*/ 4907077 w 8338852"/>
              <a:gd name="connsiteY8-126" fmla="*/ 4320389 h 5016200"/>
              <a:gd name="connsiteX9-127" fmla="*/ 4011330 w 8338852"/>
              <a:gd name="connsiteY9-128" fmla="*/ 4430736 h 5016200"/>
              <a:gd name="connsiteX10-129" fmla="*/ 3292441 w 8338852"/>
              <a:gd name="connsiteY10-130" fmla="*/ 4694660 h 5016200"/>
              <a:gd name="connsiteX11-131" fmla="*/ 899537 w 8338852"/>
              <a:gd name="connsiteY11-132" fmla="*/ 4775386 h 5016200"/>
              <a:gd name="connsiteX12-133" fmla="*/ 463020 w 8338852"/>
              <a:gd name="connsiteY12-134" fmla="*/ 4374687 h 5016200"/>
              <a:gd name="connsiteX13-135" fmla="*/ 87 w 8338852"/>
              <a:gd name="connsiteY13-136" fmla="*/ 2578689 h 5016200"/>
              <a:gd name="connsiteX14-137" fmla="*/ 1317191 w 8338852"/>
              <a:gd name="connsiteY14-138" fmla="*/ 689538 h 5016200"/>
              <a:gd name="connsiteX15-139" fmla="*/ 1707278 w 8338852"/>
              <a:gd name="connsiteY15-140" fmla="*/ 472649 h 5016200"/>
              <a:gd name="connsiteX0-141" fmla="*/ 3847515 w 8338852"/>
              <a:gd name="connsiteY0-142" fmla="*/ 0 h 5016200"/>
              <a:gd name="connsiteX1-143" fmla="*/ 5853816 w 8338852"/>
              <a:gd name="connsiteY1-144" fmla="*/ 453702 h 5016200"/>
              <a:gd name="connsiteX2-145" fmla="*/ 7527002 w 8338852"/>
              <a:gd name="connsiteY2-146" fmla="*/ 1647330 h 5016200"/>
              <a:gd name="connsiteX3-147" fmla="*/ 7963794 w 8338852"/>
              <a:gd name="connsiteY3-148" fmla="*/ 2141188 h 5016200"/>
              <a:gd name="connsiteX4-149" fmla="*/ 8281320 w 8338852"/>
              <a:gd name="connsiteY4-150" fmla="*/ 3652007 h 5016200"/>
              <a:gd name="connsiteX5-151" fmla="*/ 7613696 w 8338852"/>
              <a:gd name="connsiteY5-152" fmla="*/ 4625073 h 5016200"/>
              <a:gd name="connsiteX6-153" fmla="*/ 6293913 w 8338852"/>
              <a:gd name="connsiteY6-154" fmla="*/ 4839838 h 5016200"/>
              <a:gd name="connsiteX7-155" fmla="*/ 5872855 w 8338852"/>
              <a:gd name="connsiteY7-156" fmla="*/ 4635425 h 5016200"/>
              <a:gd name="connsiteX8-157" fmla="*/ 4907077 w 8338852"/>
              <a:gd name="connsiteY8-158" fmla="*/ 4320389 h 5016200"/>
              <a:gd name="connsiteX9-159" fmla="*/ 4011330 w 8338852"/>
              <a:gd name="connsiteY9-160" fmla="*/ 4430736 h 5016200"/>
              <a:gd name="connsiteX10-161" fmla="*/ 3292441 w 8338852"/>
              <a:gd name="connsiteY10-162" fmla="*/ 4694660 h 5016200"/>
              <a:gd name="connsiteX11-163" fmla="*/ 899537 w 8338852"/>
              <a:gd name="connsiteY11-164" fmla="*/ 4775386 h 5016200"/>
              <a:gd name="connsiteX12-165" fmla="*/ 463020 w 8338852"/>
              <a:gd name="connsiteY12-166" fmla="*/ 4374687 h 5016200"/>
              <a:gd name="connsiteX13-167" fmla="*/ 87 w 8338852"/>
              <a:gd name="connsiteY13-168" fmla="*/ 2578689 h 5016200"/>
              <a:gd name="connsiteX14-169" fmla="*/ 1707278 w 8338852"/>
              <a:gd name="connsiteY14-170" fmla="*/ 472649 h 5016200"/>
              <a:gd name="connsiteX0-171" fmla="*/ 3847515 w 8338852"/>
              <a:gd name="connsiteY0-172" fmla="*/ 0 h 5016200"/>
              <a:gd name="connsiteX1-173" fmla="*/ 5853816 w 8338852"/>
              <a:gd name="connsiteY1-174" fmla="*/ 453702 h 5016200"/>
              <a:gd name="connsiteX2-175" fmla="*/ 7527002 w 8338852"/>
              <a:gd name="connsiteY2-176" fmla="*/ 1647330 h 5016200"/>
              <a:gd name="connsiteX3-177" fmla="*/ 7963794 w 8338852"/>
              <a:gd name="connsiteY3-178" fmla="*/ 2141188 h 5016200"/>
              <a:gd name="connsiteX4-179" fmla="*/ 8281320 w 8338852"/>
              <a:gd name="connsiteY4-180" fmla="*/ 3652007 h 5016200"/>
              <a:gd name="connsiteX5-181" fmla="*/ 7613696 w 8338852"/>
              <a:gd name="connsiteY5-182" fmla="*/ 4625073 h 5016200"/>
              <a:gd name="connsiteX6-183" fmla="*/ 6293913 w 8338852"/>
              <a:gd name="connsiteY6-184" fmla="*/ 4839838 h 5016200"/>
              <a:gd name="connsiteX7-185" fmla="*/ 5872855 w 8338852"/>
              <a:gd name="connsiteY7-186" fmla="*/ 4635425 h 5016200"/>
              <a:gd name="connsiteX8-187" fmla="*/ 4907077 w 8338852"/>
              <a:gd name="connsiteY8-188" fmla="*/ 4320389 h 5016200"/>
              <a:gd name="connsiteX9-189" fmla="*/ 4011330 w 8338852"/>
              <a:gd name="connsiteY9-190" fmla="*/ 4430736 h 5016200"/>
              <a:gd name="connsiteX10-191" fmla="*/ 3292441 w 8338852"/>
              <a:gd name="connsiteY10-192" fmla="*/ 4694660 h 5016200"/>
              <a:gd name="connsiteX11-193" fmla="*/ 899537 w 8338852"/>
              <a:gd name="connsiteY11-194" fmla="*/ 4775386 h 5016200"/>
              <a:gd name="connsiteX12-195" fmla="*/ 463020 w 8338852"/>
              <a:gd name="connsiteY12-196" fmla="*/ 4374687 h 5016200"/>
              <a:gd name="connsiteX13-197" fmla="*/ 87 w 8338852"/>
              <a:gd name="connsiteY13-198" fmla="*/ 2578689 h 5016200"/>
              <a:gd name="connsiteX0-199" fmla="*/ 3384495 w 7875832"/>
              <a:gd name="connsiteY0-200" fmla="*/ 0 h 5016200"/>
              <a:gd name="connsiteX1-201" fmla="*/ 5390796 w 7875832"/>
              <a:gd name="connsiteY1-202" fmla="*/ 453702 h 5016200"/>
              <a:gd name="connsiteX2-203" fmla="*/ 7063982 w 7875832"/>
              <a:gd name="connsiteY2-204" fmla="*/ 1647330 h 5016200"/>
              <a:gd name="connsiteX3-205" fmla="*/ 7500774 w 7875832"/>
              <a:gd name="connsiteY3-206" fmla="*/ 2141188 h 5016200"/>
              <a:gd name="connsiteX4-207" fmla="*/ 7818300 w 7875832"/>
              <a:gd name="connsiteY4-208" fmla="*/ 3652007 h 5016200"/>
              <a:gd name="connsiteX5-209" fmla="*/ 7150676 w 7875832"/>
              <a:gd name="connsiteY5-210" fmla="*/ 4625073 h 5016200"/>
              <a:gd name="connsiteX6-211" fmla="*/ 5830893 w 7875832"/>
              <a:gd name="connsiteY6-212" fmla="*/ 4839838 h 5016200"/>
              <a:gd name="connsiteX7-213" fmla="*/ 5409835 w 7875832"/>
              <a:gd name="connsiteY7-214" fmla="*/ 4635425 h 5016200"/>
              <a:gd name="connsiteX8-215" fmla="*/ 4444057 w 7875832"/>
              <a:gd name="connsiteY8-216" fmla="*/ 4320389 h 5016200"/>
              <a:gd name="connsiteX9-217" fmla="*/ 3548310 w 7875832"/>
              <a:gd name="connsiteY9-218" fmla="*/ 4430736 h 5016200"/>
              <a:gd name="connsiteX10-219" fmla="*/ 2829421 w 7875832"/>
              <a:gd name="connsiteY10-220" fmla="*/ 4694660 h 5016200"/>
              <a:gd name="connsiteX11-221" fmla="*/ 436517 w 7875832"/>
              <a:gd name="connsiteY11-222" fmla="*/ 4775386 h 5016200"/>
              <a:gd name="connsiteX12-223" fmla="*/ 0 w 7875832"/>
              <a:gd name="connsiteY12-224" fmla="*/ 4374687 h 5016200"/>
              <a:gd name="connsiteX0-225" fmla="*/ 2947978 w 7439315"/>
              <a:gd name="connsiteY0-226" fmla="*/ 0 h 5016200"/>
              <a:gd name="connsiteX1-227" fmla="*/ 4954279 w 7439315"/>
              <a:gd name="connsiteY1-228" fmla="*/ 453702 h 5016200"/>
              <a:gd name="connsiteX2-229" fmla="*/ 6627465 w 7439315"/>
              <a:gd name="connsiteY2-230" fmla="*/ 1647330 h 5016200"/>
              <a:gd name="connsiteX3-231" fmla="*/ 7064257 w 7439315"/>
              <a:gd name="connsiteY3-232" fmla="*/ 2141188 h 5016200"/>
              <a:gd name="connsiteX4-233" fmla="*/ 7381783 w 7439315"/>
              <a:gd name="connsiteY4-234" fmla="*/ 3652007 h 5016200"/>
              <a:gd name="connsiteX5-235" fmla="*/ 6714159 w 7439315"/>
              <a:gd name="connsiteY5-236" fmla="*/ 4625073 h 5016200"/>
              <a:gd name="connsiteX6-237" fmla="*/ 5394376 w 7439315"/>
              <a:gd name="connsiteY6-238" fmla="*/ 4839838 h 5016200"/>
              <a:gd name="connsiteX7-239" fmla="*/ 4973318 w 7439315"/>
              <a:gd name="connsiteY7-240" fmla="*/ 4635425 h 5016200"/>
              <a:gd name="connsiteX8-241" fmla="*/ 4007540 w 7439315"/>
              <a:gd name="connsiteY8-242" fmla="*/ 4320389 h 5016200"/>
              <a:gd name="connsiteX9-243" fmla="*/ 3111793 w 7439315"/>
              <a:gd name="connsiteY9-244" fmla="*/ 4430736 h 5016200"/>
              <a:gd name="connsiteX10-245" fmla="*/ 2392904 w 7439315"/>
              <a:gd name="connsiteY10-246" fmla="*/ 4694660 h 5016200"/>
              <a:gd name="connsiteX11-247" fmla="*/ 0 w 7439315"/>
              <a:gd name="connsiteY11-248" fmla="*/ 4775386 h 5016200"/>
              <a:gd name="connsiteX0-249" fmla="*/ 555074 w 5046411"/>
              <a:gd name="connsiteY0-250" fmla="*/ 0 h 4914376"/>
              <a:gd name="connsiteX1-251" fmla="*/ 2561375 w 5046411"/>
              <a:gd name="connsiteY1-252" fmla="*/ 453702 h 4914376"/>
              <a:gd name="connsiteX2-253" fmla="*/ 4234561 w 5046411"/>
              <a:gd name="connsiteY2-254" fmla="*/ 1647330 h 4914376"/>
              <a:gd name="connsiteX3-255" fmla="*/ 4671353 w 5046411"/>
              <a:gd name="connsiteY3-256" fmla="*/ 2141188 h 4914376"/>
              <a:gd name="connsiteX4-257" fmla="*/ 4988879 w 5046411"/>
              <a:gd name="connsiteY4-258" fmla="*/ 3652007 h 4914376"/>
              <a:gd name="connsiteX5-259" fmla="*/ 4321255 w 5046411"/>
              <a:gd name="connsiteY5-260" fmla="*/ 4625073 h 4914376"/>
              <a:gd name="connsiteX6-261" fmla="*/ 3001472 w 5046411"/>
              <a:gd name="connsiteY6-262" fmla="*/ 4839838 h 4914376"/>
              <a:gd name="connsiteX7-263" fmla="*/ 2580414 w 5046411"/>
              <a:gd name="connsiteY7-264" fmla="*/ 4635425 h 4914376"/>
              <a:gd name="connsiteX8-265" fmla="*/ 1614636 w 5046411"/>
              <a:gd name="connsiteY8-266" fmla="*/ 4320389 h 4914376"/>
              <a:gd name="connsiteX9-267" fmla="*/ 718889 w 5046411"/>
              <a:gd name="connsiteY9-268" fmla="*/ 4430736 h 4914376"/>
              <a:gd name="connsiteX10-269" fmla="*/ 0 w 5046411"/>
              <a:gd name="connsiteY10-270" fmla="*/ 4694660 h 4914376"/>
              <a:gd name="connsiteX0-271" fmla="*/ 0 w 4491337"/>
              <a:gd name="connsiteY0-272" fmla="*/ 0 h 4914376"/>
              <a:gd name="connsiteX1-273" fmla="*/ 2006301 w 4491337"/>
              <a:gd name="connsiteY1-274" fmla="*/ 453702 h 4914376"/>
              <a:gd name="connsiteX2-275" fmla="*/ 3679487 w 4491337"/>
              <a:gd name="connsiteY2-276" fmla="*/ 1647330 h 4914376"/>
              <a:gd name="connsiteX3-277" fmla="*/ 4116279 w 4491337"/>
              <a:gd name="connsiteY3-278" fmla="*/ 2141188 h 4914376"/>
              <a:gd name="connsiteX4-279" fmla="*/ 4433805 w 4491337"/>
              <a:gd name="connsiteY4-280" fmla="*/ 3652007 h 4914376"/>
              <a:gd name="connsiteX5-281" fmla="*/ 3766181 w 4491337"/>
              <a:gd name="connsiteY5-282" fmla="*/ 4625073 h 4914376"/>
              <a:gd name="connsiteX6-283" fmla="*/ 2446398 w 4491337"/>
              <a:gd name="connsiteY6-284" fmla="*/ 4839838 h 4914376"/>
              <a:gd name="connsiteX7-285" fmla="*/ 2025340 w 4491337"/>
              <a:gd name="connsiteY7-286" fmla="*/ 4635425 h 4914376"/>
              <a:gd name="connsiteX8-287" fmla="*/ 1059562 w 4491337"/>
              <a:gd name="connsiteY8-288" fmla="*/ 4320389 h 4914376"/>
              <a:gd name="connsiteX9-289" fmla="*/ 163815 w 4491337"/>
              <a:gd name="connsiteY9-290" fmla="*/ 4430736 h 4914376"/>
              <a:gd name="connsiteX0-291" fmla="*/ 0 w 4491337"/>
              <a:gd name="connsiteY0-292" fmla="*/ 0 h 4914376"/>
              <a:gd name="connsiteX1-293" fmla="*/ 2006301 w 4491337"/>
              <a:gd name="connsiteY1-294" fmla="*/ 453702 h 4914376"/>
              <a:gd name="connsiteX2-295" fmla="*/ 3679487 w 4491337"/>
              <a:gd name="connsiteY2-296" fmla="*/ 1647330 h 4914376"/>
              <a:gd name="connsiteX3-297" fmla="*/ 4116279 w 4491337"/>
              <a:gd name="connsiteY3-298" fmla="*/ 2141188 h 4914376"/>
              <a:gd name="connsiteX4-299" fmla="*/ 4433805 w 4491337"/>
              <a:gd name="connsiteY4-300" fmla="*/ 3652007 h 4914376"/>
              <a:gd name="connsiteX5-301" fmla="*/ 3766181 w 4491337"/>
              <a:gd name="connsiteY5-302" fmla="*/ 4625073 h 4914376"/>
              <a:gd name="connsiteX6-303" fmla="*/ 2446398 w 4491337"/>
              <a:gd name="connsiteY6-304" fmla="*/ 4839838 h 4914376"/>
              <a:gd name="connsiteX7-305" fmla="*/ 2025340 w 4491337"/>
              <a:gd name="connsiteY7-306" fmla="*/ 4635425 h 4914376"/>
              <a:gd name="connsiteX8-307" fmla="*/ 1059562 w 4491337"/>
              <a:gd name="connsiteY8-308" fmla="*/ 4320389 h 4914376"/>
              <a:gd name="connsiteX0-309" fmla="*/ 0 w 4491337"/>
              <a:gd name="connsiteY0-310" fmla="*/ 0 h 4914376"/>
              <a:gd name="connsiteX1-311" fmla="*/ 2006301 w 4491337"/>
              <a:gd name="connsiteY1-312" fmla="*/ 453702 h 4914376"/>
              <a:gd name="connsiteX2-313" fmla="*/ 3679487 w 4491337"/>
              <a:gd name="connsiteY2-314" fmla="*/ 1647330 h 4914376"/>
              <a:gd name="connsiteX3-315" fmla="*/ 4116279 w 4491337"/>
              <a:gd name="connsiteY3-316" fmla="*/ 2141188 h 4914376"/>
              <a:gd name="connsiteX4-317" fmla="*/ 4433805 w 4491337"/>
              <a:gd name="connsiteY4-318" fmla="*/ 3652007 h 4914376"/>
              <a:gd name="connsiteX5-319" fmla="*/ 3766181 w 4491337"/>
              <a:gd name="connsiteY5-320" fmla="*/ 4625073 h 4914376"/>
              <a:gd name="connsiteX6-321" fmla="*/ 2446398 w 4491337"/>
              <a:gd name="connsiteY6-322" fmla="*/ 4839838 h 4914376"/>
              <a:gd name="connsiteX7-323" fmla="*/ 2025340 w 4491337"/>
              <a:gd name="connsiteY7-324" fmla="*/ 4635425 h 4914376"/>
              <a:gd name="connsiteX0-325" fmla="*/ 0 w 4491337"/>
              <a:gd name="connsiteY0-326" fmla="*/ 0 h 4914376"/>
              <a:gd name="connsiteX1-327" fmla="*/ 2006301 w 4491337"/>
              <a:gd name="connsiteY1-328" fmla="*/ 453702 h 4914376"/>
              <a:gd name="connsiteX2-329" fmla="*/ 3679487 w 4491337"/>
              <a:gd name="connsiteY2-330" fmla="*/ 1647330 h 4914376"/>
              <a:gd name="connsiteX3-331" fmla="*/ 4116279 w 4491337"/>
              <a:gd name="connsiteY3-332" fmla="*/ 2141188 h 4914376"/>
              <a:gd name="connsiteX4-333" fmla="*/ 4433805 w 4491337"/>
              <a:gd name="connsiteY4-334" fmla="*/ 3652007 h 4914376"/>
              <a:gd name="connsiteX5-335" fmla="*/ 3766181 w 4491337"/>
              <a:gd name="connsiteY5-336" fmla="*/ 4625073 h 4914376"/>
              <a:gd name="connsiteX6-337" fmla="*/ 2446398 w 4491337"/>
              <a:gd name="connsiteY6-338" fmla="*/ 4839838 h 4914376"/>
              <a:gd name="connsiteX0-339" fmla="*/ 0 w 4491337"/>
              <a:gd name="connsiteY0-340" fmla="*/ 0 h 4625073"/>
              <a:gd name="connsiteX1-341" fmla="*/ 2006301 w 4491337"/>
              <a:gd name="connsiteY1-342" fmla="*/ 453702 h 4625073"/>
              <a:gd name="connsiteX2-343" fmla="*/ 3679487 w 4491337"/>
              <a:gd name="connsiteY2-344" fmla="*/ 1647330 h 4625073"/>
              <a:gd name="connsiteX3-345" fmla="*/ 4116279 w 4491337"/>
              <a:gd name="connsiteY3-346" fmla="*/ 2141188 h 4625073"/>
              <a:gd name="connsiteX4-347" fmla="*/ 4433805 w 4491337"/>
              <a:gd name="connsiteY4-348" fmla="*/ 3652007 h 4625073"/>
              <a:gd name="connsiteX5-349" fmla="*/ 3766181 w 4491337"/>
              <a:gd name="connsiteY5-350" fmla="*/ 4625073 h 4625073"/>
              <a:gd name="connsiteX0-351" fmla="*/ 0 w 4491337"/>
              <a:gd name="connsiteY0-352" fmla="*/ 0 h 3652007"/>
              <a:gd name="connsiteX1-353" fmla="*/ 2006301 w 4491337"/>
              <a:gd name="connsiteY1-354" fmla="*/ 453702 h 3652007"/>
              <a:gd name="connsiteX2-355" fmla="*/ 3679487 w 4491337"/>
              <a:gd name="connsiteY2-356" fmla="*/ 1647330 h 3652007"/>
              <a:gd name="connsiteX3-357" fmla="*/ 4116279 w 4491337"/>
              <a:gd name="connsiteY3-358" fmla="*/ 2141188 h 3652007"/>
              <a:gd name="connsiteX4-359" fmla="*/ 4433805 w 4491337"/>
              <a:gd name="connsiteY4-360" fmla="*/ 3652007 h 3652007"/>
              <a:gd name="connsiteX0-361" fmla="*/ 0 w 4116279"/>
              <a:gd name="connsiteY0-362" fmla="*/ 0 h 2141188"/>
              <a:gd name="connsiteX1-363" fmla="*/ 2006301 w 4116279"/>
              <a:gd name="connsiteY1-364" fmla="*/ 453702 h 2141188"/>
              <a:gd name="connsiteX2-365" fmla="*/ 3679487 w 4116279"/>
              <a:gd name="connsiteY2-366" fmla="*/ 1647330 h 2141188"/>
              <a:gd name="connsiteX3-367" fmla="*/ 4116279 w 4116279"/>
              <a:gd name="connsiteY3-368" fmla="*/ 2141188 h 2141188"/>
              <a:gd name="connsiteX0-369" fmla="*/ 0 w 3679487"/>
              <a:gd name="connsiteY0-370" fmla="*/ 0 h 1647330"/>
              <a:gd name="connsiteX1-371" fmla="*/ 2006301 w 3679487"/>
              <a:gd name="connsiteY1-372" fmla="*/ 453702 h 1647330"/>
              <a:gd name="connsiteX2-373" fmla="*/ 3679487 w 3679487"/>
              <a:gd name="connsiteY2-374" fmla="*/ 1647330 h 1647330"/>
              <a:gd name="connsiteX0-375" fmla="*/ 0 w 2006301"/>
              <a:gd name="connsiteY0-376" fmla="*/ 0 h 453702"/>
              <a:gd name="connsiteX1-377" fmla="*/ 2006301 w 2006301"/>
              <a:gd name="connsiteY1-378" fmla="*/ 453702 h 453702"/>
            </a:gdLst>
            <a:ahLst/>
            <a:cxnLst>
              <a:cxn ang="0">
                <a:pos x="connsiteX0-1" y="connsiteY0-2"/>
              </a:cxn>
              <a:cxn ang="0">
                <a:pos x="connsiteX1-3" y="connsiteY1-4"/>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5" name="Freeform: Shape 34"/>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1" fmla="*/ 900660 w 8339975"/>
              <a:gd name="connsiteY0-2" fmla="*/ 4775642 h 5046560"/>
              <a:gd name="connsiteX1-3" fmla="*/ 464143 w 8339975"/>
              <a:gd name="connsiteY1-4" fmla="*/ 4374943 h 5046560"/>
              <a:gd name="connsiteX2-5" fmla="*/ 100508 w 8339975"/>
              <a:gd name="connsiteY2-6" fmla="*/ 3580002 h 5046560"/>
              <a:gd name="connsiteX3-7" fmla="*/ 1210 w 8339975"/>
              <a:gd name="connsiteY3-8" fmla="*/ 2578945 h 5046560"/>
              <a:gd name="connsiteX4-9" fmla="*/ 500797 w 8339975"/>
              <a:gd name="connsiteY4-10" fmla="*/ 1384103 h 5046560"/>
              <a:gd name="connsiteX5-11" fmla="*/ 1318314 w 8339975"/>
              <a:gd name="connsiteY5-12" fmla="*/ 689794 h 5046560"/>
              <a:gd name="connsiteX6-13" fmla="*/ 1708401 w 8339975"/>
              <a:gd name="connsiteY6-14" fmla="*/ 472905 h 5046560"/>
              <a:gd name="connsiteX7-15" fmla="*/ 3848638 w 8339975"/>
              <a:gd name="connsiteY7-16" fmla="*/ 256 h 5046560"/>
              <a:gd name="connsiteX8-17" fmla="*/ 5854939 w 8339975"/>
              <a:gd name="connsiteY8-18" fmla="*/ 453958 h 5046560"/>
              <a:gd name="connsiteX9-19" fmla="*/ 7528125 w 8339975"/>
              <a:gd name="connsiteY9-20" fmla="*/ 1647586 h 5046560"/>
              <a:gd name="connsiteX10-21" fmla="*/ 7964917 w 8339975"/>
              <a:gd name="connsiteY10-22" fmla="*/ 2141444 h 5046560"/>
              <a:gd name="connsiteX11-23" fmla="*/ 8282443 w 8339975"/>
              <a:gd name="connsiteY11-24" fmla="*/ 3652263 h 5046560"/>
              <a:gd name="connsiteX12-25" fmla="*/ 7614819 w 8339975"/>
              <a:gd name="connsiteY12-26" fmla="*/ 4625329 h 5046560"/>
              <a:gd name="connsiteX13-27" fmla="*/ 6295036 w 8339975"/>
              <a:gd name="connsiteY13-28" fmla="*/ 4840094 h 5046560"/>
              <a:gd name="connsiteX14-29" fmla="*/ 5873978 w 8339975"/>
              <a:gd name="connsiteY14-30" fmla="*/ 4635681 h 5046560"/>
              <a:gd name="connsiteX15-31" fmla="*/ 4908200 w 8339975"/>
              <a:gd name="connsiteY15-32" fmla="*/ 4320645 h 5046560"/>
              <a:gd name="connsiteX16-33" fmla="*/ 4012453 w 8339975"/>
              <a:gd name="connsiteY16-34" fmla="*/ 4430992 h 5046560"/>
              <a:gd name="connsiteX17-35" fmla="*/ 3293564 w 8339975"/>
              <a:gd name="connsiteY17-36" fmla="*/ 4694916 h 5046560"/>
              <a:gd name="connsiteX18-37" fmla="*/ 992100 w 8339975"/>
              <a:gd name="connsiteY18-38" fmla="*/ 4867082 h 5046560"/>
              <a:gd name="connsiteX0-39" fmla="*/ 910876 w 8350191"/>
              <a:gd name="connsiteY0-40" fmla="*/ 4775642 h 5046560"/>
              <a:gd name="connsiteX1-41" fmla="*/ 110724 w 8350191"/>
              <a:gd name="connsiteY1-42" fmla="*/ 3580002 h 5046560"/>
              <a:gd name="connsiteX2-43" fmla="*/ 11426 w 8350191"/>
              <a:gd name="connsiteY2-44" fmla="*/ 2578945 h 5046560"/>
              <a:gd name="connsiteX3-45" fmla="*/ 511013 w 8350191"/>
              <a:gd name="connsiteY3-46" fmla="*/ 1384103 h 5046560"/>
              <a:gd name="connsiteX4-47" fmla="*/ 1328530 w 8350191"/>
              <a:gd name="connsiteY4-48" fmla="*/ 689794 h 5046560"/>
              <a:gd name="connsiteX5-49" fmla="*/ 1718617 w 8350191"/>
              <a:gd name="connsiteY5-50" fmla="*/ 472905 h 5046560"/>
              <a:gd name="connsiteX6-51" fmla="*/ 3858854 w 8350191"/>
              <a:gd name="connsiteY6-52" fmla="*/ 256 h 5046560"/>
              <a:gd name="connsiteX7-53" fmla="*/ 5865155 w 8350191"/>
              <a:gd name="connsiteY7-54" fmla="*/ 453958 h 5046560"/>
              <a:gd name="connsiteX8-55" fmla="*/ 7538341 w 8350191"/>
              <a:gd name="connsiteY8-56" fmla="*/ 1647586 h 5046560"/>
              <a:gd name="connsiteX9-57" fmla="*/ 7975133 w 8350191"/>
              <a:gd name="connsiteY9-58" fmla="*/ 2141444 h 5046560"/>
              <a:gd name="connsiteX10-59" fmla="*/ 8292659 w 8350191"/>
              <a:gd name="connsiteY10-60" fmla="*/ 3652263 h 5046560"/>
              <a:gd name="connsiteX11-61" fmla="*/ 7625035 w 8350191"/>
              <a:gd name="connsiteY11-62" fmla="*/ 4625329 h 5046560"/>
              <a:gd name="connsiteX12-63" fmla="*/ 6305252 w 8350191"/>
              <a:gd name="connsiteY12-64" fmla="*/ 4840094 h 5046560"/>
              <a:gd name="connsiteX13-65" fmla="*/ 5884194 w 8350191"/>
              <a:gd name="connsiteY13-66" fmla="*/ 4635681 h 5046560"/>
              <a:gd name="connsiteX14-67" fmla="*/ 4918416 w 8350191"/>
              <a:gd name="connsiteY14-68" fmla="*/ 4320645 h 5046560"/>
              <a:gd name="connsiteX15-69" fmla="*/ 4022669 w 8350191"/>
              <a:gd name="connsiteY15-70" fmla="*/ 4430992 h 5046560"/>
              <a:gd name="connsiteX16-71" fmla="*/ 3303780 w 8350191"/>
              <a:gd name="connsiteY16-72" fmla="*/ 4694916 h 5046560"/>
              <a:gd name="connsiteX17-73" fmla="*/ 1002316 w 8350191"/>
              <a:gd name="connsiteY17-74" fmla="*/ 4867082 h 5046560"/>
              <a:gd name="connsiteX0-75" fmla="*/ 899450 w 8338765"/>
              <a:gd name="connsiteY0-76" fmla="*/ 4775642 h 5046560"/>
              <a:gd name="connsiteX1-77" fmla="*/ 0 w 8338765"/>
              <a:gd name="connsiteY1-78" fmla="*/ 2578945 h 5046560"/>
              <a:gd name="connsiteX2-79" fmla="*/ 499587 w 8338765"/>
              <a:gd name="connsiteY2-80" fmla="*/ 1384103 h 5046560"/>
              <a:gd name="connsiteX3-81" fmla="*/ 1317104 w 8338765"/>
              <a:gd name="connsiteY3-82" fmla="*/ 689794 h 5046560"/>
              <a:gd name="connsiteX4-83" fmla="*/ 1707191 w 8338765"/>
              <a:gd name="connsiteY4-84" fmla="*/ 472905 h 5046560"/>
              <a:gd name="connsiteX5-85" fmla="*/ 3847428 w 8338765"/>
              <a:gd name="connsiteY5-86" fmla="*/ 256 h 5046560"/>
              <a:gd name="connsiteX6-87" fmla="*/ 5853729 w 8338765"/>
              <a:gd name="connsiteY6-88" fmla="*/ 453958 h 5046560"/>
              <a:gd name="connsiteX7-89" fmla="*/ 7526915 w 8338765"/>
              <a:gd name="connsiteY7-90" fmla="*/ 1647586 h 5046560"/>
              <a:gd name="connsiteX8-91" fmla="*/ 7963707 w 8338765"/>
              <a:gd name="connsiteY8-92" fmla="*/ 2141444 h 5046560"/>
              <a:gd name="connsiteX9-93" fmla="*/ 8281233 w 8338765"/>
              <a:gd name="connsiteY9-94" fmla="*/ 3652263 h 5046560"/>
              <a:gd name="connsiteX10-95" fmla="*/ 7613609 w 8338765"/>
              <a:gd name="connsiteY10-96" fmla="*/ 4625329 h 5046560"/>
              <a:gd name="connsiteX11-97" fmla="*/ 6293826 w 8338765"/>
              <a:gd name="connsiteY11-98" fmla="*/ 4840094 h 5046560"/>
              <a:gd name="connsiteX12-99" fmla="*/ 5872768 w 8338765"/>
              <a:gd name="connsiteY12-100" fmla="*/ 4635681 h 5046560"/>
              <a:gd name="connsiteX13-101" fmla="*/ 4906990 w 8338765"/>
              <a:gd name="connsiteY13-102" fmla="*/ 4320645 h 5046560"/>
              <a:gd name="connsiteX14-103" fmla="*/ 4011243 w 8338765"/>
              <a:gd name="connsiteY14-104" fmla="*/ 4430992 h 5046560"/>
              <a:gd name="connsiteX15-105" fmla="*/ 3292354 w 8338765"/>
              <a:gd name="connsiteY15-106" fmla="*/ 4694916 h 5046560"/>
              <a:gd name="connsiteX16-107" fmla="*/ 990890 w 8338765"/>
              <a:gd name="connsiteY16-108" fmla="*/ 4867082 h 5046560"/>
              <a:gd name="connsiteX0-109" fmla="*/ 0 w 8338765"/>
              <a:gd name="connsiteY0-110" fmla="*/ 2578945 h 5046560"/>
              <a:gd name="connsiteX1-111" fmla="*/ 499587 w 8338765"/>
              <a:gd name="connsiteY1-112" fmla="*/ 1384103 h 5046560"/>
              <a:gd name="connsiteX2-113" fmla="*/ 1317104 w 8338765"/>
              <a:gd name="connsiteY2-114" fmla="*/ 689794 h 5046560"/>
              <a:gd name="connsiteX3-115" fmla="*/ 1707191 w 8338765"/>
              <a:gd name="connsiteY3-116" fmla="*/ 472905 h 5046560"/>
              <a:gd name="connsiteX4-117" fmla="*/ 3847428 w 8338765"/>
              <a:gd name="connsiteY4-118" fmla="*/ 256 h 5046560"/>
              <a:gd name="connsiteX5-119" fmla="*/ 5853729 w 8338765"/>
              <a:gd name="connsiteY5-120" fmla="*/ 453958 h 5046560"/>
              <a:gd name="connsiteX6-121" fmla="*/ 7526915 w 8338765"/>
              <a:gd name="connsiteY6-122" fmla="*/ 1647586 h 5046560"/>
              <a:gd name="connsiteX7-123" fmla="*/ 7963707 w 8338765"/>
              <a:gd name="connsiteY7-124" fmla="*/ 2141444 h 5046560"/>
              <a:gd name="connsiteX8-125" fmla="*/ 8281233 w 8338765"/>
              <a:gd name="connsiteY8-126" fmla="*/ 3652263 h 5046560"/>
              <a:gd name="connsiteX9-127" fmla="*/ 7613609 w 8338765"/>
              <a:gd name="connsiteY9-128" fmla="*/ 4625329 h 5046560"/>
              <a:gd name="connsiteX10-129" fmla="*/ 6293826 w 8338765"/>
              <a:gd name="connsiteY10-130" fmla="*/ 4840094 h 5046560"/>
              <a:gd name="connsiteX11-131" fmla="*/ 5872768 w 8338765"/>
              <a:gd name="connsiteY11-132" fmla="*/ 4635681 h 5046560"/>
              <a:gd name="connsiteX12-133" fmla="*/ 4906990 w 8338765"/>
              <a:gd name="connsiteY12-134" fmla="*/ 4320645 h 5046560"/>
              <a:gd name="connsiteX13-135" fmla="*/ 4011243 w 8338765"/>
              <a:gd name="connsiteY13-136" fmla="*/ 4430992 h 5046560"/>
              <a:gd name="connsiteX14-137" fmla="*/ 3292354 w 8338765"/>
              <a:gd name="connsiteY14-138" fmla="*/ 4694916 h 5046560"/>
              <a:gd name="connsiteX15-139" fmla="*/ 990890 w 8338765"/>
              <a:gd name="connsiteY15-140" fmla="*/ 4867082 h 5046560"/>
              <a:gd name="connsiteX0-141" fmla="*/ 0 w 7839178"/>
              <a:gd name="connsiteY0-142" fmla="*/ 1384103 h 5046560"/>
              <a:gd name="connsiteX1-143" fmla="*/ 817517 w 7839178"/>
              <a:gd name="connsiteY1-144" fmla="*/ 689794 h 5046560"/>
              <a:gd name="connsiteX2-145" fmla="*/ 1207604 w 7839178"/>
              <a:gd name="connsiteY2-146" fmla="*/ 472905 h 5046560"/>
              <a:gd name="connsiteX3-147" fmla="*/ 3347841 w 7839178"/>
              <a:gd name="connsiteY3-148" fmla="*/ 256 h 5046560"/>
              <a:gd name="connsiteX4-149" fmla="*/ 5354142 w 7839178"/>
              <a:gd name="connsiteY4-150" fmla="*/ 453958 h 5046560"/>
              <a:gd name="connsiteX5-151" fmla="*/ 7027328 w 7839178"/>
              <a:gd name="connsiteY5-152" fmla="*/ 1647586 h 5046560"/>
              <a:gd name="connsiteX6-153" fmla="*/ 7464120 w 7839178"/>
              <a:gd name="connsiteY6-154" fmla="*/ 2141444 h 5046560"/>
              <a:gd name="connsiteX7-155" fmla="*/ 7781646 w 7839178"/>
              <a:gd name="connsiteY7-156" fmla="*/ 3652263 h 5046560"/>
              <a:gd name="connsiteX8-157" fmla="*/ 7114022 w 7839178"/>
              <a:gd name="connsiteY8-158" fmla="*/ 4625329 h 5046560"/>
              <a:gd name="connsiteX9-159" fmla="*/ 5794239 w 7839178"/>
              <a:gd name="connsiteY9-160" fmla="*/ 4840094 h 5046560"/>
              <a:gd name="connsiteX10-161" fmla="*/ 5373181 w 7839178"/>
              <a:gd name="connsiteY10-162" fmla="*/ 4635681 h 5046560"/>
              <a:gd name="connsiteX11-163" fmla="*/ 4407403 w 7839178"/>
              <a:gd name="connsiteY11-164" fmla="*/ 4320645 h 5046560"/>
              <a:gd name="connsiteX12-165" fmla="*/ 3511656 w 7839178"/>
              <a:gd name="connsiteY12-166" fmla="*/ 4430992 h 5046560"/>
              <a:gd name="connsiteX13-167" fmla="*/ 2792767 w 7839178"/>
              <a:gd name="connsiteY13-168" fmla="*/ 4694916 h 5046560"/>
              <a:gd name="connsiteX14-169" fmla="*/ 491303 w 7839178"/>
              <a:gd name="connsiteY14-170" fmla="*/ 4867082 h 5046560"/>
              <a:gd name="connsiteX0-171" fmla="*/ 326214 w 7347875"/>
              <a:gd name="connsiteY0-172" fmla="*/ 689794 h 5046560"/>
              <a:gd name="connsiteX1-173" fmla="*/ 716301 w 7347875"/>
              <a:gd name="connsiteY1-174" fmla="*/ 472905 h 5046560"/>
              <a:gd name="connsiteX2-175" fmla="*/ 2856538 w 7347875"/>
              <a:gd name="connsiteY2-176" fmla="*/ 256 h 5046560"/>
              <a:gd name="connsiteX3-177" fmla="*/ 4862839 w 7347875"/>
              <a:gd name="connsiteY3-178" fmla="*/ 453958 h 5046560"/>
              <a:gd name="connsiteX4-179" fmla="*/ 6536025 w 7347875"/>
              <a:gd name="connsiteY4-180" fmla="*/ 1647586 h 5046560"/>
              <a:gd name="connsiteX5-181" fmla="*/ 6972817 w 7347875"/>
              <a:gd name="connsiteY5-182" fmla="*/ 2141444 h 5046560"/>
              <a:gd name="connsiteX6-183" fmla="*/ 7290343 w 7347875"/>
              <a:gd name="connsiteY6-184" fmla="*/ 3652263 h 5046560"/>
              <a:gd name="connsiteX7-185" fmla="*/ 6622719 w 7347875"/>
              <a:gd name="connsiteY7-186" fmla="*/ 4625329 h 5046560"/>
              <a:gd name="connsiteX8-187" fmla="*/ 5302936 w 7347875"/>
              <a:gd name="connsiteY8-188" fmla="*/ 4840094 h 5046560"/>
              <a:gd name="connsiteX9-189" fmla="*/ 4881878 w 7347875"/>
              <a:gd name="connsiteY9-190" fmla="*/ 4635681 h 5046560"/>
              <a:gd name="connsiteX10-191" fmla="*/ 3916100 w 7347875"/>
              <a:gd name="connsiteY10-192" fmla="*/ 4320645 h 5046560"/>
              <a:gd name="connsiteX11-193" fmla="*/ 3020353 w 7347875"/>
              <a:gd name="connsiteY11-194" fmla="*/ 4430992 h 5046560"/>
              <a:gd name="connsiteX12-195" fmla="*/ 2301464 w 7347875"/>
              <a:gd name="connsiteY12-196" fmla="*/ 4694916 h 5046560"/>
              <a:gd name="connsiteX13-197" fmla="*/ 0 w 7347875"/>
              <a:gd name="connsiteY13-198" fmla="*/ 4867082 h 5046560"/>
              <a:gd name="connsiteX0-199" fmla="*/ 716301 w 7347875"/>
              <a:gd name="connsiteY0-200" fmla="*/ 472905 h 5046560"/>
              <a:gd name="connsiteX1-201" fmla="*/ 2856538 w 7347875"/>
              <a:gd name="connsiteY1-202" fmla="*/ 256 h 5046560"/>
              <a:gd name="connsiteX2-203" fmla="*/ 4862839 w 7347875"/>
              <a:gd name="connsiteY2-204" fmla="*/ 453958 h 5046560"/>
              <a:gd name="connsiteX3-205" fmla="*/ 6536025 w 7347875"/>
              <a:gd name="connsiteY3-206" fmla="*/ 1647586 h 5046560"/>
              <a:gd name="connsiteX4-207" fmla="*/ 6972817 w 7347875"/>
              <a:gd name="connsiteY4-208" fmla="*/ 2141444 h 5046560"/>
              <a:gd name="connsiteX5-209" fmla="*/ 7290343 w 7347875"/>
              <a:gd name="connsiteY5-210" fmla="*/ 3652263 h 5046560"/>
              <a:gd name="connsiteX6-211" fmla="*/ 6622719 w 7347875"/>
              <a:gd name="connsiteY6-212" fmla="*/ 4625329 h 5046560"/>
              <a:gd name="connsiteX7-213" fmla="*/ 5302936 w 7347875"/>
              <a:gd name="connsiteY7-214" fmla="*/ 4840094 h 5046560"/>
              <a:gd name="connsiteX8-215" fmla="*/ 4881878 w 7347875"/>
              <a:gd name="connsiteY8-216" fmla="*/ 4635681 h 5046560"/>
              <a:gd name="connsiteX9-217" fmla="*/ 3916100 w 7347875"/>
              <a:gd name="connsiteY9-218" fmla="*/ 4320645 h 5046560"/>
              <a:gd name="connsiteX10-219" fmla="*/ 3020353 w 7347875"/>
              <a:gd name="connsiteY10-220" fmla="*/ 4430992 h 5046560"/>
              <a:gd name="connsiteX11-221" fmla="*/ 2301464 w 7347875"/>
              <a:gd name="connsiteY11-222" fmla="*/ 4694916 h 5046560"/>
              <a:gd name="connsiteX12-223" fmla="*/ 0 w 7347875"/>
              <a:gd name="connsiteY12-224" fmla="*/ 4867082 h 5046560"/>
              <a:gd name="connsiteX0-225" fmla="*/ 2856538 w 7347875"/>
              <a:gd name="connsiteY0-226" fmla="*/ 0 h 5046304"/>
              <a:gd name="connsiteX1-227" fmla="*/ 4862839 w 7347875"/>
              <a:gd name="connsiteY1-228" fmla="*/ 453702 h 5046304"/>
              <a:gd name="connsiteX2-229" fmla="*/ 6536025 w 7347875"/>
              <a:gd name="connsiteY2-230" fmla="*/ 1647330 h 5046304"/>
              <a:gd name="connsiteX3-231" fmla="*/ 6972817 w 7347875"/>
              <a:gd name="connsiteY3-232" fmla="*/ 2141188 h 5046304"/>
              <a:gd name="connsiteX4-233" fmla="*/ 7290343 w 7347875"/>
              <a:gd name="connsiteY4-234" fmla="*/ 3652007 h 5046304"/>
              <a:gd name="connsiteX5-235" fmla="*/ 6622719 w 7347875"/>
              <a:gd name="connsiteY5-236" fmla="*/ 4625073 h 5046304"/>
              <a:gd name="connsiteX6-237" fmla="*/ 5302936 w 7347875"/>
              <a:gd name="connsiteY6-238" fmla="*/ 4839838 h 5046304"/>
              <a:gd name="connsiteX7-239" fmla="*/ 4881878 w 7347875"/>
              <a:gd name="connsiteY7-240" fmla="*/ 4635425 h 5046304"/>
              <a:gd name="connsiteX8-241" fmla="*/ 3916100 w 7347875"/>
              <a:gd name="connsiteY8-242" fmla="*/ 4320389 h 5046304"/>
              <a:gd name="connsiteX9-243" fmla="*/ 3020353 w 7347875"/>
              <a:gd name="connsiteY9-244" fmla="*/ 4430736 h 5046304"/>
              <a:gd name="connsiteX10-245" fmla="*/ 2301464 w 7347875"/>
              <a:gd name="connsiteY10-246" fmla="*/ 4694660 h 5046304"/>
              <a:gd name="connsiteX11-247" fmla="*/ 0 w 7347875"/>
              <a:gd name="connsiteY11-248" fmla="*/ 4866826 h 5046304"/>
              <a:gd name="connsiteX0-249" fmla="*/ 4862839 w 7347875"/>
              <a:gd name="connsiteY0-250" fmla="*/ 0 h 4592602"/>
              <a:gd name="connsiteX1-251" fmla="*/ 6536025 w 7347875"/>
              <a:gd name="connsiteY1-252" fmla="*/ 1193628 h 4592602"/>
              <a:gd name="connsiteX2-253" fmla="*/ 6972817 w 7347875"/>
              <a:gd name="connsiteY2-254" fmla="*/ 1687486 h 4592602"/>
              <a:gd name="connsiteX3-255" fmla="*/ 7290343 w 7347875"/>
              <a:gd name="connsiteY3-256" fmla="*/ 3198305 h 4592602"/>
              <a:gd name="connsiteX4-257" fmla="*/ 6622719 w 7347875"/>
              <a:gd name="connsiteY4-258" fmla="*/ 4171371 h 4592602"/>
              <a:gd name="connsiteX5-259" fmla="*/ 5302936 w 7347875"/>
              <a:gd name="connsiteY5-260" fmla="*/ 4386136 h 4592602"/>
              <a:gd name="connsiteX6-261" fmla="*/ 4881878 w 7347875"/>
              <a:gd name="connsiteY6-262" fmla="*/ 4181723 h 4592602"/>
              <a:gd name="connsiteX7-263" fmla="*/ 3916100 w 7347875"/>
              <a:gd name="connsiteY7-264" fmla="*/ 3866687 h 4592602"/>
              <a:gd name="connsiteX8-265" fmla="*/ 3020353 w 7347875"/>
              <a:gd name="connsiteY8-266" fmla="*/ 3977034 h 4592602"/>
              <a:gd name="connsiteX9-267" fmla="*/ 2301464 w 7347875"/>
              <a:gd name="connsiteY9-268" fmla="*/ 4240958 h 4592602"/>
              <a:gd name="connsiteX10-269" fmla="*/ 0 w 7347875"/>
              <a:gd name="connsiteY10-270" fmla="*/ 4413124 h 4592602"/>
              <a:gd name="connsiteX0-271" fmla="*/ 6536025 w 7347875"/>
              <a:gd name="connsiteY0-272" fmla="*/ 0 h 3398974"/>
              <a:gd name="connsiteX1-273" fmla="*/ 6972817 w 7347875"/>
              <a:gd name="connsiteY1-274" fmla="*/ 493858 h 3398974"/>
              <a:gd name="connsiteX2-275" fmla="*/ 7290343 w 7347875"/>
              <a:gd name="connsiteY2-276" fmla="*/ 2004677 h 3398974"/>
              <a:gd name="connsiteX3-277" fmla="*/ 6622719 w 7347875"/>
              <a:gd name="connsiteY3-278" fmla="*/ 2977743 h 3398974"/>
              <a:gd name="connsiteX4-279" fmla="*/ 5302936 w 7347875"/>
              <a:gd name="connsiteY4-280" fmla="*/ 3192508 h 3398974"/>
              <a:gd name="connsiteX5-281" fmla="*/ 4881878 w 7347875"/>
              <a:gd name="connsiteY5-282" fmla="*/ 2988095 h 3398974"/>
              <a:gd name="connsiteX6-283" fmla="*/ 3916100 w 7347875"/>
              <a:gd name="connsiteY6-284" fmla="*/ 2673059 h 3398974"/>
              <a:gd name="connsiteX7-285" fmla="*/ 3020353 w 7347875"/>
              <a:gd name="connsiteY7-286" fmla="*/ 2783406 h 3398974"/>
              <a:gd name="connsiteX8-287" fmla="*/ 2301464 w 7347875"/>
              <a:gd name="connsiteY8-288" fmla="*/ 3047330 h 3398974"/>
              <a:gd name="connsiteX9-289" fmla="*/ 0 w 7347875"/>
              <a:gd name="connsiteY9-290" fmla="*/ 3219496 h 3398974"/>
              <a:gd name="connsiteX0-291" fmla="*/ 6972817 w 7347875"/>
              <a:gd name="connsiteY0-292" fmla="*/ 0 h 2905116"/>
              <a:gd name="connsiteX1-293" fmla="*/ 7290343 w 7347875"/>
              <a:gd name="connsiteY1-294" fmla="*/ 1510819 h 2905116"/>
              <a:gd name="connsiteX2-295" fmla="*/ 6622719 w 7347875"/>
              <a:gd name="connsiteY2-296" fmla="*/ 2483885 h 2905116"/>
              <a:gd name="connsiteX3-297" fmla="*/ 5302936 w 7347875"/>
              <a:gd name="connsiteY3-298" fmla="*/ 2698650 h 2905116"/>
              <a:gd name="connsiteX4-299" fmla="*/ 4881878 w 7347875"/>
              <a:gd name="connsiteY4-300" fmla="*/ 2494237 h 2905116"/>
              <a:gd name="connsiteX5-301" fmla="*/ 3916100 w 7347875"/>
              <a:gd name="connsiteY5-302" fmla="*/ 2179201 h 2905116"/>
              <a:gd name="connsiteX6-303" fmla="*/ 3020353 w 7347875"/>
              <a:gd name="connsiteY6-304" fmla="*/ 2289548 h 2905116"/>
              <a:gd name="connsiteX7-305" fmla="*/ 2301464 w 7347875"/>
              <a:gd name="connsiteY7-306" fmla="*/ 2553472 h 2905116"/>
              <a:gd name="connsiteX8-307" fmla="*/ 0 w 7347875"/>
              <a:gd name="connsiteY8-308" fmla="*/ 2725638 h 2905116"/>
              <a:gd name="connsiteX0-309" fmla="*/ 7290343 w 7290343"/>
              <a:gd name="connsiteY0-310" fmla="*/ 0 h 1394297"/>
              <a:gd name="connsiteX1-311" fmla="*/ 6622719 w 7290343"/>
              <a:gd name="connsiteY1-312" fmla="*/ 973066 h 1394297"/>
              <a:gd name="connsiteX2-313" fmla="*/ 5302936 w 7290343"/>
              <a:gd name="connsiteY2-314" fmla="*/ 1187831 h 1394297"/>
              <a:gd name="connsiteX3-315" fmla="*/ 4881878 w 7290343"/>
              <a:gd name="connsiteY3-316" fmla="*/ 983418 h 1394297"/>
              <a:gd name="connsiteX4-317" fmla="*/ 3916100 w 7290343"/>
              <a:gd name="connsiteY4-318" fmla="*/ 668382 h 1394297"/>
              <a:gd name="connsiteX5-319" fmla="*/ 3020353 w 7290343"/>
              <a:gd name="connsiteY5-320" fmla="*/ 778729 h 1394297"/>
              <a:gd name="connsiteX6-321" fmla="*/ 2301464 w 7290343"/>
              <a:gd name="connsiteY6-322" fmla="*/ 1042653 h 1394297"/>
              <a:gd name="connsiteX7-323" fmla="*/ 0 w 7290343"/>
              <a:gd name="connsiteY7-324" fmla="*/ 1214819 h 1394297"/>
              <a:gd name="connsiteX0-325" fmla="*/ 6622719 w 6622719"/>
              <a:gd name="connsiteY0-326" fmla="*/ 311933 h 733164"/>
              <a:gd name="connsiteX1-327" fmla="*/ 5302936 w 6622719"/>
              <a:gd name="connsiteY1-328" fmla="*/ 526698 h 733164"/>
              <a:gd name="connsiteX2-329" fmla="*/ 4881878 w 6622719"/>
              <a:gd name="connsiteY2-330" fmla="*/ 322285 h 733164"/>
              <a:gd name="connsiteX3-331" fmla="*/ 3916100 w 6622719"/>
              <a:gd name="connsiteY3-332" fmla="*/ 7249 h 733164"/>
              <a:gd name="connsiteX4-333" fmla="*/ 3020353 w 6622719"/>
              <a:gd name="connsiteY4-334" fmla="*/ 117596 h 733164"/>
              <a:gd name="connsiteX5-335" fmla="*/ 2301464 w 6622719"/>
              <a:gd name="connsiteY5-336" fmla="*/ 381520 h 733164"/>
              <a:gd name="connsiteX6-337" fmla="*/ 0 w 6622719"/>
              <a:gd name="connsiteY6-338" fmla="*/ 553686 h 733164"/>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1" name="Freeform: Shape 40"/>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1" fmla="*/ 7614819 w 8339975"/>
              <a:gd name="connsiteY0-2" fmla="*/ 4625329 h 5016456"/>
              <a:gd name="connsiteX1-3" fmla="*/ 6295036 w 8339975"/>
              <a:gd name="connsiteY1-4" fmla="*/ 4840094 h 5016456"/>
              <a:gd name="connsiteX2-5" fmla="*/ 5873978 w 8339975"/>
              <a:gd name="connsiteY2-6" fmla="*/ 4635681 h 5016456"/>
              <a:gd name="connsiteX3-7" fmla="*/ 4908200 w 8339975"/>
              <a:gd name="connsiteY3-8" fmla="*/ 4320645 h 5016456"/>
              <a:gd name="connsiteX4-9" fmla="*/ 4012453 w 8339975"/>
              <a:gd name="connsiteY4-10" fmla="*/ 4430992 h 5016456"/>
              <a:gd name="connsiteX5-11" fmla="*/ 3293564 w 8339975"/>
              <a:gd name="connsiteY5-12" fmla="*/ 4694916 h 5016456"/>
              <a:gd name="connsiteX6-13" fmla="*/ 900660 w 8339975"/>
              <a:gd name="connsiteY6-14" fmla="*/ 4775642 h 5016456"/>
              <a:gd name="connsiteX7-15" fmla="*/ 464143 w 8339975"/>
              <a:gd name="connsiteY7-16" fmla="*/ 4374943 h 5016456"/>
              <a:gd name="connsiteX8-17" fmla="*/ 100508 w 8339975"/>
              <a:gd name="connsiteY8-18" fmla="*/ 3580002 h 5016456"/>
              <a:gd name="connsiteX9-19" fmla="*/ 1210 w 8339975"/>
              <a:gd name="connsiteY9-20" fmla="*/ 2578945 h 5016456"/>
              <a:gd name="connsiteX10-21" fmla="*/ 500797 w 8339975"/>
              <a:gd name="connsiteY10-22" fmla="*/ 1384103 h 5016456"/>
              <a:gd name="connsiteX11-23" fmla="*/ 1318314 w 8339975"/>
              <a:gd name="connsiteY11-24" fmla="*/ 689794 h 5016456"/>
              <a:gd name="connsiteX12-25" fmla="*/ 1708401 w 8339975"/>
              <a:gd name="connsiteY12-26" fmla="*/ 472905 h 5016456"/>
              <a:gd name="connsiteX13-27" fmla="*/ 3848638 w 8339975"/>
              <a:gd name="connsiteY13-28" fmla="*/ 256 h 5016456"/>
              <a:gd name="connsiteX14-29" fmla="*/ 5854939 w 8339975"/>
              <a:gd name="connsiteY14-30" fmla="*/ 453958 h 5016456"/>
              <a:gd name="connsiteX15-31" fmla="*/ 7528125 w 8339975"/>
              <a:gd name="connsiteY15-32" fmla="*/ 1647586 h 5016456"/>
              <a:gd name="connsiteX16-33" fmla="*/ 7964917 w 8339975"/>
              <a:gd name="connsiteY16-34" fmla="*/ 2141444 h 5016456"/>
              <a:gd name="connsiteX17-35" fmla="*/ 8282443 w 8339975"/>
              <a:gd name="connsiteY17-36" fmla="*/ 3652263 h 5016456"/>
              <a:gd name="connsiteX18-37" fmla="*/ 7708527 w 8339975"/>
              <a:gd name="connsiteY18-38" fmla="*/ 4719037 h 5016456"/>
              <a:gd name="connsiteX0-39" fmla="*/ 7614819 w 8339975"/>
              <a:gd name="connsiteY0-40" fmla="*/ 4625329 h 5016456"/>
              <a:gd name="connsiteX1-41" fmla="*/ 6295036 w 8339975"/>
              <a:gd name="connsiteY1-42" fmla="*/ 4840094 h 5016456"/>
              <a:gd name="connsiteX2-43" fmla="*/ 5873978 w 8339975"/>
              <a:gd name="connsiteY2-44" fmla="*/ 4635681 h 5016456"/>
              <a:gd name="connsiteX3-45" fmla="*/ 4908200 w 8339975"/>
              <a:gd name="connsiteY3-46" fmla="*/ 4320645 h 5016456"/>
              <a:gd name="connsiteX4-47" fmla="*/ 4012453 w 8339975"/>
              <a:gd name="connsiteY4-48" fmla="*/ 4430992 h 5016456"/>
              <a:gd name="connsiteX5-49" fmla="*/ 3293564 w 8339975"/>
              <a:gd name="connsiteY5-50" fmla="*/ 4694916 h 5016456"/>
              <a:gd name="connsiteX6-51" fmla="*/ 900660 w 8339975"/>
              <a:gd name="connsiteY6-52" fmla="*/ 4775642 h 5016456"/>
              <a:gd name="connsiteX7-53" fmla="*/ 464143 w 8339975"/>
              <a:gd name="connsiteY7-54" fmla="*/ 4374943 h 5016456"/>
              <a:gd name="connsiteX8-55" fmla="*/ 100508 w 8339975"/>
              <a:gd name="connsiteY8-56" fmla="*/ 3580002 h 5016456"/>
              <a:gd name="connsiteX9-57" fmla="*/ 1210 w 8339975"/>
              <a:gd name="connsiteY9-58" fmla="*/ 2578945 h 5016456"/>
              <a:gd name="connsiteX10-59" fmla="*/ 500797 w 8339975"/>
              <a:gd name="connsiteY10-60" fmla="*/ 1384103 h 5016456"/>
              <a:gd name="connsiteX11-61" fmla="*/ 1318314 w 8339975"/>
              <a:gd name="connsiteY11-62" fmla="*/ 689794 h 5016456"/>
              <a:gd name="connsiteX12-63" fmla="*/ 1708401 w 8339975"/>
              <a:gd name="connsiteY12-64" fmla="*/ 472905 h 5016456"/>
              <a:gd name="connsiteX13-65" fmla="*/ 3848638 w 8339975"/>
              <a:gd name="connsiteY13-66" fmla="*/ 256 h 5016456"/>
              <a:gd name="connsiteX14-67" fmla="*/ 5854939 w 8339975"/>
              <a:gd name="connsiteY14-68" fmla="*/ 453958 h 5016456"/>
              <a:gd name="connsiteX15-69" fmla="*/ 7528125 w 8339975"/>
              <a:gd name="connsiteY15-70" fmla="*/ 1647586 h 5016456"/>
              <a:gd name="connsiteX16-71" fmla="*/ 7964917 w 8339975"/>
              <a:gd name="connsiteY16-72" fmla="*/ 2141444 h 5016456"/>
              <a:gd name="connsiteX17-73" fmla="*/ 8282443 w 8339975"/>
              <a:gd name="connsiteY17-74" fmla="*/ 3652263 h 5016456"/>
              <a:gd name="connsiteX0-75" fmla="*/ 7614819 w 7964917"/>
              <a:gd name="connsiteY0-76" fmla="*/ 4625329 h 5016456"/>
              <a:gd name="connsiteX1-77" fmla="*/ 6295036 w 7964917"/>
              <a:gd name="connsiteY1-78" fmla="*/ 4840094 h 5016456"/>
              <a:gd name="connsiteX2-79" fmla="*/ 5873978 w 7964917"/>
              <a:gd name="connsiteY2-80" fmla="*/ 4635681 h 5016456"/>
              <a:gd name="connsiteX3-81" fmla="*/ 4908200 w 7964917"/>
              <a:gd name="connsiteY3-82" fmla="*/ 4320645 h 5016456"/>
              <a:gd name="connsiteX4-83" fmla="*/ 4012453 w 7964917"/>
              <a:gd name="connsiteY4-84" fmla="*/ 4430992 h 5016456"/>
              <a:gd name="connsiteX5-85" fmla="*/ 3293564 w 7964917"/>
              <a:gd name="connsiteY5-86" fmla="*/ 4694916 h 5016456"/>
              <a:gd name="connsiteX6-87" fmla="*/ 900660 w 7964917"/>
              <a:gd name="connsiteY6-88" fmla="*/ 4775642 h 5016456"/>
              <a:gd name="connsiteX7-89" fmla="*/ 464143 w 7964917"/>
              <a:gd name="connsiteY7-90" fmla="*/ 4374943 h 5016456"/>
              <a:gd name="connsiteX8-91" fmla="*/ 100508 w 7964917"/>
              <a:gd name="connsiteY8-92" fmla="*/ 3580002 h 5016456"/>
              <a:gd name="connsiteX9-93" fmla="*/ 1210 w 7964917"/>
              <a:gd name="connsiteY9-94" fmla="*/ 2578945 h 5016456"/>
              <a:gd name="connsiteX10-95" fmla="*/ 500797 w 7964917"/>
              <a:gd name="connsiteY10-96" fmla="*/ 1384103 h 5016456"/>
              <a:gd name="connsiteX11-97" fmla="*/ 1318314 w 7964917"/>
              <a:gd name="connsiteY11-98" fmla="*/ 689794 h 5016456"/>
              <a:gd name="connsiteX12-99" fmla="*/ 1708401 w 7964917"/>
              <a:gd name="connsiteY12-100" fmla="*/ 472905 h 5016456"/>
              <a:gd name="connsiteX13-101" fmla="*/ 3848638 w 7964917"/>
              <a:gd name="connsiteY13-102" fmla="*/ 256 h 5016456"/>
              <a:gd name="connsiteX14-103" fmla="*/ 5854939 w 7964917"/>
              <a:gd name="connsiteY14-104" fmla="*/ 453958 h 5016456"/>
              <a:gd name="connsiteX15-105" fmla="*/ 7528125 w 7964917"/>
              <a:gd name="connsiteY15-106" fmla="*/ 1647586 h 5016456"/>
              <a:gd name="connsiteX16-107" fmla="*/ 7964917 w 7964917"/>
              <a:gd name="connsiteY16-108" fmla="*/ 2141444 h 5016456"/>
              <a:gd name="connsiteX0-109" fmla="*/ 7614819 w 7614819"/>
              <a:gd name="connsiteY0-110" fmla="*/ 4625329 h 5016456"/>
              <a:gd name="connsiteX1-111" fmla="*/ 6295036 w 7614819"/>
              <a:gd name="connsiteY1-112" fmla="*/ 4840094 h 5016456"/>
              <a:gd name="connsiteX2-113" fmla="*/ 5873978 w 7614819"/>
              <a:gd name="connsiteY2-114" fmla="*/ 4635681 h 5016456"/>
              <a:gd name="connsiteX3-115" fmla="*/ 4908200 w 7614819"/>
              <a:gd name="connsiteY3-116" fmla="*/ 4320645 h 5016456"/>
              <a:gd name="connsiteX4-117" fmla="*/ 4012453 w 7614819"/>
              <a:gd name="connsiteY4-118" fmla="*/ 4430992 h 5016456"/>
              <a:gd name="connsiteX5-119" fmla="*/ 3293564 w 7614819"/>
              <a:gd name="connsiteY5-120" fmla="*/ 4694916 h 5016456"/>
              <a:gd name="connsiteX6-121" fmla="*/ 900660 w 7614819"/>
              <a:gd name="connsiteY6-122" fmla="*/ 4775642 h 5016456"/>
              <a:gd name="connsiteX7-123" fmla="*/ 464143 w 7614819"/>
              <a:gd name="connsiteY7-124" fmla="*/ 4374943 h 5016456"/>
              <a:gd name="connsiteX8-125" fmla="*/ 100508 w 7614819"/>
              <a:gd name="connsiteY8-126" fmla="*/ 3580002 h 5016456"/>
              <a:gd name="connsiteX9-127" fmla="*/ 1210 w 7614819"/>
              <a:gd name="connsiteY9-128" fmla="*/ 2578945 h 5016456"/>
              <a:gd name="connsiteX10-129" fmla="*/ 500797 w 7614819"/>
              <a:gd name="connsiteY10-130" fmla="*/ 1384103 h 5016456"/>
              <a:gd name="connsiteX11-131" fmla="*/ 1318314 w 7614819"/>
              <a:gd name="connsiteY11-132" fmla="*/ 689794 h 5016456"/>
              <a:gd name="connsiteX12-133" fmla="*/ 1708401 w 7614819"/>
              <a:gd name="connsiteY12-134" fmla="*/ 472905 h 5016456"/>
              <a:gd name="connsiteX13-135" fmla="*/ 3848638 w 7614819"/>
              <a:gd name="connsiteY13-136" fmla="*/ 256 h 5016456"/>
              <a:gd name="connsiteX14-137" fmla="*/ 5854939 w 7614819"/>
              <a:gd name="connsiteY14-138" fmla="*/ 453958 h 5016456"/>
              <a:gd name="connsiteX15-139" fmla="*/ 7528125 w 7614819"/>
              <a:gd name="connsiteY15-140" fmla="*/ 1647586 h 5016456"/>
              <a:gd name="connsiteX0-141" fmla="*/ 7614819 w 7614819"/>
              <a:gd name="connsiteY0-142" fmla="*/ 4625329 h 5016456"/>
              <a:gd name="connsiteX1-143" fmla="*/ 6295036 w 7614819"/>
              <a:gd name="connsiteY1-144" fmla="*/ 4840094 h 5016456"/>
              <a:gd name="connsiteX2-145" fmla="*/ 5873978 w 7614819"/>
              <a:gd name="connsiteY2-146" fmla="*/ 4635681 h 5016456"/>
              <a:gd name="connsiteX3-147" fmla="*/ 4908200 w 7614819"/>
              <a:gd name="connsiteY3-148" fmla="*/ 4320645 h 5016456"/>
              <a:gd name="connsiteX4-149" fmla="*/ 4012453 w 7614819"/>
              <a:gd name="connsiteY4-150" fmla="*/ 4430992 h 5016456"/>
              <a:gd name="connsiteX5-151" fmla="*/ 3293564 w 7614819"/>
              <a:gd name="connsiteY5-152" fmla="*/ 4694916 h 5016456"/>
              <a:gd name="connsiteX6-153" fmla="*/ 900660 w 7614819"/>
              <a:gd name="connsiteY6-154" fmla="*/ 4775642 h 5016456"/>
              <a:gd name="connsiteX7-155" fmla="*/ 464143 w 7614819"/>
              <a:gd name="connsiteY7-156" fmla="*/ 4374943 h 5016456"/>
              <a:gd name="connsiteX8-157" fmla="*/ 100508 w 7614819"/>
              <a:gd name="connsiteY8-158" fmla="*/ 3580002 h 5016456"/>
              <a:gd name="connsiteX9-159" fmla="*/ 1210 w 7614819"/>
              <a:gd name="connsiteY9-160" fmla="*/ 2578945 h 5016456"/>
              <a:gd name="connsiteX10-161" fmla="*/ 500797 w 7614819"/>
              <a:gd name="connsiteY10-162" fmla="*/ 1384103 h 5016456"/>
              <a:gd name="connsiteX11-163" fmla="*/ 1318314 w 7614819"/>
              <a:gd name="connsiteY11-164" fmla="*/ 689794 h 5016456"/>
              <a:gd name="connsiteX12-165" fmla="*/ 1708401 w 7614819"/>
              <a:gd name="connsiteY12-166" fmla="*/ 472905 h 5016456"/>
              <a:gd name="connsiteX13-167" fmla="*/ 3848638 w 7614819"/>
              <a:gd name="connsiteY13-168" fmla="*/ 256 h 5016456"/>
              <a:gd name="connsiteX14-169" fmla="*/ 5854939 w 7614819"/>
              <a:gd name="connsiteY14-170" fmla="*/ 453958 h 5016456"/>
              <a:gd name="connsiteX0-171" fmla="*/ 7614819 w 7614819"/>
              <a:gd name="connsiteY0-172" fmla="*/ 4625329 h 5016456"/>
              <a:gd name="connsiteX1-173" fmla="*/ 6295036 w 7614819"/>
              <a:gd name="connsiteY1-174" fmla="*/ 4840094 h 5016456"/>
              <a:gd name="connsiteX2-175" fmla="*/ 5873978 w 7614819"/>
              <a:gd name="connsiteY2-176" fmla="*/ 4635681 h 5016456"/>
              <a:gd name="connsiteX3-177" fmla="*/ 4908200 w 7614819"/>
              <a:gd name="connsiteY3-178" fmla="*/ 4320645 h 5016456"/>
              <a:gd name="connsiteX4-179" fmla="*/ 4012453 w 7614819"/>
              <a:gd name="connsiteY4-180" fmla="*/ 4430992 h 5016456"/>
              <a:gd name="connsiteX5-181" fmla="*/ 3293564 w 7614819"/>
              <a:gd name="connsiteY5-182" fmla="*/ 4694916 h 5016456"/>
              <a:gd name="connsiteX6-183" fmla="*/ 900660 w 7614819"/>
              <a:gd name="connsiteY6-184" fmla="*/ 4775642 h 5016456"/>
              <a:gd name="connsiteX7-185" fmla="*/ 464143 w 7614819"/>
              <a:gd name="connsiteY7-186" fmla="*/ 4374943 h 5016456"/>
              <a:gd name="connsiteX8-187" fmla="*/ 100508 w 7614819"/>
              <a:gd name="connsiteY8-188" fmla="*/ 3580002 h 5016456"/>
              <a:gd name="connsiteX9-189" fmla="*/ 1210 w 7614819"/>
              <a:gd name="connsiteY9-190" fmla="*/ 2578945 h 5016456"/>
              <a:gd name="connsiteX10-191" fmla="*/ 500797 w 7614819"/>
              <a:gd name="connsiteY10-192" fmla="*/ 1384103 h 5016456"/>
              <a:gd name="connsiteX11-193" fmla="*/ 1318314 w 7614819"/>
              <a:gd name="connsiteY11-194" fmla="*/ 689794 h 5016456"/>
              <a:gd name="connsiteX12-195" fmla="*/ 1708401 w 7614819"/>
              <a:gd name="connsiteY12-196" fmla="*/ 472905 h 5016456"/>
              <a:gd name="connsiteX13-197" fmla="*/ 3848638 w 7614819"/>
              <a:gd name="connsiteY13-198" fmla="*/ 256 h 5016456"/>
              <a:gd name="connsiteX0-199" fmla="*/ 7614819 w 7614819"/>
              <a:gd name="connsiteY0-200" fmla="*/ 4152424 h 4543551"/>
              <a:gd name="connsiteX1-201" fmla="*/ 6295036 w 7614819"/>
              <a:gd name="connsiteY1-202" fmla="*/ 4367189 h 4543551"/>
              <a:gd name="connsiteX2-203" fmla="*/ 5873978 w 7614819"/>
              <a:gd name="connsiteY2-204" fmla="*/ 4162776 h 4543551"/>
              <a:gd name="connsiteX3-205" fmla="*/ 4908200 w 7614819"/>
              <a:gd name="connsiteY3-206" fmla="*/ 3847740 h 4543551"/>
              <a:gd name="connsiteX4-207" fmla="*/ 4012453 w 7614819"/>
              <a:gd name="connsiteY4-208" fmla="*/ 3958087 h 4543551"/>
              <a:gd name="connsiteX5-209" fmla="*/ 3293564 w 7614819"/>
              <a:gd name="connsiteY5-210" fmla="*/ 4222011 h 4543551"/>
              <a:gd name="connsiteX6-211" fmla="*/ 900660 w 7614819"/>
              <a:gd name="connsiteY6-212" fmla="*/ 4302737 h 4543551"/>
              <a:gd name="connsiteX7-213" fmla="*/ 464143 w 7614819"/>
              <a:gd name="connsiteY7-214" fmla="*/ 3902038 h 4543551"/>
              <a:gd name="connsiteX8-215" fmla="*/ 100508 w 7614819"/>
              <a:gd name="connsiteY8-216" fmla="*/ 3107097 h 4543551"/>
              <a:gd name="connsiteX9-217" fmla="*/ 1210 w 7614819"/>
              <a:gd name="connsiteY9-218" fmla="*/ 2106040 h 4543551"/>
              <a:gd name="connsiteX10-219" fmla="*/ 500797 w 7614819"/>
              <a:gd name="connsiteY10-220" fmla="*/ 911198 h 4543551"/>
              <a:gd name="connsiteX11-221" fmla="*/ 1318314 w 7614819"/>
              <a:gd name="connsiteY11-222" fmla="*/ 216889 h 4543551"/>
              <a:gd name="connsiteX12-223" fmla="*/ 1708401 w 7614819"/>
              <a:gd name="connsiteY12-224" fmla="*/ 0 h 4543551"/>
              <a:gd name="connsiteX0-225" fmla="*/ 7614819 w 7614819"/>
              <a:gd name="connsiteY0-226" fmla="*/ 3935535 h 4326662"/>
              <a:gd name="connsiteX1-227" fmla="*/ 6295036 w 7614819"/>
              <a:gd name="connsiteY1-228" fmla="*/ 4150300 h 4326662"/>
              <a:gd name="connsiteX2-229" fmla="*/ 5873978 w 7614819"/>
              <a:gd name="connsiteY2-230" fmla="*/ 3945887 h 4326662"/>
              <a:gd name="connsiteX3-231" fmla="*/ 4908200 w 7614819"/>
              <a:gd name="connsiteY3-232" fmla="*/ 3630851 h 4326662"/>
              <a:gd name="connsiteX4-233" fmla="*/ 4012453 w 7614819"/>
              <a:gd name="connsiteY4-234" fmla="*/ 3741198 h 4326662"/>
              <a:gd name="connsiteX5-235" fmla="*/ 3293564 w 7614819"/>
              <a:gd name="connsiteY5-236" fmla="*/ 4005122 h 4326662"/>
              <a:gd name="connsiteX6-237" fmla="*/ 900660 w 7614819"/>
              <a:gd name="connsiteY6-238" fmla="*/ 4085848 h 4326662"/>
              <a:gd name="connsiteX7-239" fmla="*/ 464143 w 7614819"/>
              <a:gd name="connsiteY7-240" fmla="*/ 3685149 h 4326662"/>
              <a:gd name="connsiteX8-241" fmla="*/ 100508 w 7614819"/>
              <a:gd name="connsiteY8-242" fmla="*/ 2890208 h 4326662"/>
              <a:gd name="connsiteX9-243" fmla="*/ 1210 w 7614819"/>
              <a:gd name="connsiteY9-244" fmla="*/ 1889151 h 4326662"/>
              <a:gd name="connsiteX10-245" fmla="*/ 500797 w 7614819"/>
              <a:gd name="connsiteY10-246" fmla="*/ 694309 h 4326662"/>
              <a:gd name="connsiteX11-247" fmla="*/ 1318314 w 7614819"/>
              <a:gd name="connsiteY11-248" fmla="*/ 0 h 4326662"/>
              <a:gd name="connsiteX0-249" fmla="*/ 7614819 w 7614819"/>
              <a:gd name="connsiteY0-250" fmla="*/ 3241226 h 3632353"/>
              <a:gd name="connsiteX1-251" fmla="*/ 6295036 w 7614819"/>
              <a:gd name="connsiteY1-252" fmla="*/ 3455991 h 3632353"/>
              <a:gd name="connsiteX2-253" fmla="*/ 5873978 w 7614819"/>
              <a:gd name="connsiteY2-254" fmla="*/ 3251578 h 3632353"/>
              <a:gd name="connsiteX3-255" fmla="*/ 4908200 w 7614819"/>
              <a:gd name="connsiteY3-256" fmla="*/ 2936542 h 3632353"/>
              <a:gd name="connsiteX4-257" fmla="*/ 4012453 w 7614819"/>
              <a:gd name="connsiteY4-258" fmla="*/ 3046889 h 3632353"/>
              <a:gd name="connsiteX5-259" fmla="*/ 3293564 w 7614819"/>
              <a:gd name="connsiteY5-260" fmla="*/ 3310813 h 3632353"/>
              <a:gd name="connsiteX6-261" fmla="*/ 900660 w 7614819"/>
              <a:gd name="connsiteY6-262" fmla="*/ 3391539 h 3632353"/>
              <a:gd name="connsiteX7-263" fmla="*/ 464143 w 7614819"/>
              <a:gd name="connsiteY7-264" fmla="*/ 2990840 h 3632353"/>
              <a:gd name="connsiteX8-265" fmla="*/ 100508 w 7614819"/>
              <a:gd name="connsiteY8-266" fmla="*/ 2195899 h 3632353"/>
              <a:gd name="connsiteX9-267" fmla="*/ 1210 w 7614819"/>
              <a:gd name="connsiteY9-268" fmla="*/ 1194842 h 3632353"/>
              <a:gd name="connsiteX10-269" fmla="*/ 500797 w 7614819"/>
              <a:gd name="connsiteY10-270" fmla="*/ 0 h 3632353"/>
              <a:gd name="connsiteX0-271" fmla="*/ 7614819 w 7614819"/>
              <a:gd name="connsiteY0-272" fmla="*/ 2046384 h 2437511"/>
              <a:gd name="connsiteX1-273" fmla="*/ 6295036 w 7614819"/>
              <a:gd name="connsiteY1-274" fmla="*/ 2261149 h 2437511"/>
              <a:gd name="connsiteX2-275" fmla="*/ 5873978 w 7614819"/>
              <a:gd name="connsiteY2-276" fmla="*/ 2056736 h 2437511"/>
              <a:gd name="connsiteX3-277" fmla="*/ 4908200 w 7614819"/>
              <a:gd name="connsiteY3-278" fmla="*/ 1741700 h 2437511"/>
              <a:gd name="connsiteX4-279" fmla="*/ 4012453 w 7614819"/>
              <a:gd name="connsiteY4-280" fmla="*/ 1852047 h 2437511"/>
              <a:gd name="connsiteX5-281" fmla="*/ 3293564 w 7614819"/>
              <a:gd name="connsiteY5-282" fmla="*/ 2115971 h 2437511"/>
              <a:gd name="connsiteX6-283" fmla="*/ 900660 w 7614819"/>
              <a:gd name="connsiteY6-284" fmla="*/ 2196697 h 2437511"/>
              <a:gd name="connsiteX7-285" fmla="*/ 464143 w 7614819"/>
              <a:gd name="connsiteY7-286" fmla="*/ 1795998 h 2437511"/>
              <a:gd name="connsiteX8-287" fmla="*/ 100508 w 7614819"/>
              <a:gd name="connsiteY8-288" fmla="*/ 1001057 h 2437511"/>
              <a:gd name="connsiteX9-289" fmla="*/ 1210 w 7614819"/>
              <a:gd name="connsiteY9-290" fmla="*/ 0 h 2437511"/>
              <a:gd name="connsiteX0-291" fmla="*/ 7514311 w 7514311"/>
              <a:gd name="connsiteY0-292" fmla="*/ 1045327 h 1436454"/>
              <a:gd name="connsiteX1-293" fmla="*/ 6194528 w 7514311"/>
              <a:gd name="connsiteY1-294" fmla="*/ 1260092 h 1436454"/>
              <a:gd name="connsiteX2-295" fmla="*/ 5773470 w 7514311"/>
              <a:gd name="connsiteY2-296" fmla="*/ 1055679 h 1436454"/>
              <a:gd name="connsiteX3-297" fmla="*/ 4807692 w 7514311"/>
              <a:gd name="connsiteY3-298" fmla="*/ 740643 h 1436454"/>
              <a:gd name="connsiteX4-299" fmla="*/ 3911945 w 7514311"/>
              <a:gd name="connsiteY4-300" fmla="*/ 850990 h 1436454"/>
              <a:gd name="connsiteX5-301" fmla="*/ 3193056 w 7514311"/>
              <a:gd name="connsiteY5-302" fmla="*/ 1114914 h 1436454"/>
              <a:gd name="connsiteX6-303" fmla="*/ 800152 w 7514311"/>
              <a:gd name="connsiteY6-304" fmla="*/ 1195640 h 1436454"/>
              <a:gd name="connsiteX7-305" fmla="*/ 363635 w 7514311"/>
              <a:gd name="connsiteY7-306" fmla="*/ 794941 h 1436454"/>
              <a:gd name="connsiteX8-307" fmla="*/ 0 w 7514311"/>
              <a:gd name="connsiteY8-308" fmla="*/ 0 h 1436454"/>
              <a:gd name="connsiteX0-309" fmla="*/ 7150676 w 7150676"/>
              <a:gd name="connsiteY0-310" fmla="*/ 311933 h 703060"/>
              <a:gd name="connsiteX1-311" fmla="*/ 5830893 w 7150676"/>
              <a:gd name="connsiteY1-312" fmla="*/ 526698 h 703060"/>
              <a:gd name="connsiteX2-313" fmla="*/ 5409835 w 7150676"/>
              <a:gd name="connsiteY2-314" fmla="*/ 322285 h 703060"/>
              <a:gd name="connsiteX3-315" fmla="*/ 4444057 w 7150676"/>
              <a:gd name="connsiteY3-316" fmla="*/ 7249 h 703060"/>
              <a:gd name="connsiteX4-317" fmla="*/ 3548310 w 7150676"/>
              <a:gd name="connsiteY4-318" fmla="*/ 117596 h 703060"/>
              <a:gd name="connsiteX5-319" fmla="*/ 2829421 w 7150676"/>
              <a:gd name="connsiteY5-320" fmla="*/ 381520 h 703060"/>
              <a:gd name="connsiteX6-321" fmla="*/ 436517 w 7150676"/>
              <a:gd name="connsiteY6-322" fmla="*/ 462246 h 703060"/>
              <a:gd name="connsiteX7-323" fmla="*/ 0 w 7150676"/>
              <a:gd name="connsiteY7-324" fmla="*/ 61547 h 703060"/>
              <a:gd name="connsiteX0-325" fmla="*/ 6714159 w 6714159"/>
              <a:gd name="connsiteY0-326" fmla="*/ 311933 h 703060"/>
              <a:gd name="connsiteX1-327" fmla="*/ 5394376 w 6714159"/>
              <a:gd name="connsiteY1-328" fmla="*/ 526698 h 703060"/>
              <a:gd name="connsiteX2-329" fmla="*/ 4973318 w 6714159"/>
              <a:gd name="connsiteY2-330" fmla="*/ 322285 h 703060"/>
              <a:gd name="connsiteX3-331" fmla="*/ 4007540 w 6714159"/>
              <a:gd name="connsiteY3-332" fmla="*/ 7249 h 703060"/>
              <a:gd name="connsiteX4-333" fmla="*/ 3111793 w 6714159"/>
              <a:gd name="connsiteY4-334" fmla="*/ 117596 h 703060"/>
              <a:gd name="connsiteX5-335" fmla="*/ 2392904 w 6714159"/>
              <a:gd name="connsiteY5-336" fmla="*/ 381520 h 703060"/>
              <a:gd name="connsiteX6-337" fmla="*/ 0 w 6714159"/>
              <a:gd name="connsiteY6-338" fmla="*/ 462246 h 703060"/>
              <a:gd name="connsiteX0-339" fmla="*/ 5394376 w 5394376"/>
              <a:gd name="connsiteY0-340" fmla="*/ 526698 h 703060"/>
              <a:gd name="connsiteX1-341" fmla="*/ 4973318 w 5394376"/>
              <a:gd name="connsiteY1-342" fmla="*/ 322285 h 703060"/>
              <a:gd name="connsiteX2-343" fmla="*/ 4007540 w 5394376"/>
              <a:gd name="connsiteY2-344" fmla="*/ 7249 h 703060"/>
              <a:gd name="connsiteX3-345" fmla="*/ 3111793 w 5394376"/>
              <a:gd name="connsiteY3-346" fmla="*/ 117596 h 703060"/>
              <a:gd name="connsiteX4-347" fmla="*/ 2392904 w 5394376"/>
              <a:gd name="connsiteY4-348" fmla="*/ 381520 h 703060"/>
              <a:gd name="connsiteX5-349" fmla="*/ 0 w 5394376"/>
              <a:gd name="connsiteY5-350" fmla="*/ 462246 h 70306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1" name="Text Placeholder 30"/>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endParaRPr lang="en-US"/>
          </a:p>
          <a:p>
            <a:pPr lvl="1"/>
            <a:r>
              <a:rPr lang="en-US"/>
              <a:t>Second level</a:t>
            </a:r>
            <a:endParaRPr lang="en-US"/>
          </a:p>
        </p:txBody>
      </p:sp>
      <p:sp>
        <p:nvSpPr>
          <p:cNvPr id="29" name="Text Placeholder 28"/>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endParaRPr lang="en-US"/>
          </a:p>
          <a:p>
            <a:pPr lvl="1"/>
            <a:r>
              <a:rPr lang="en-US"/>
              <a:t>Second level</a:t>
            </a:r>
            <a:endParaRPr lang="en-US"/>
          </a:p>
        </p:txBody>
      </p:sp>
      <p:sp>
        <p:nvSpPr>
          <p:cNvPr id="30" name="Text Placeholder 29"/>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endParaRPr lang="en-US"/>
          </a:p>
          <a:p>
            <a:pPr lvl="1"/>
            <a:r>
              <a:rPr lang="en-US"/>
              <a:t>Second level</a:t>
            </a:r>
            <a:endParaRPr lang="en-US"/>
          </a:p>
        </p:txBody>
      </p:sp>
      <p:sp>
        <p:nvSpPr>
          <p:cNvPr id="32" name="Text Placeholder 31"/>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endParaRPr lang="en-US"/>
          </a:p>
          <a:p>
            <a:pPr lvl="1"/>
            <a:r>
              <a:rPr lang="en-US"/>
              <a:t>Second level</a:t>
            </a:r>
            <a:endParaRPr lang="en-US"/>
          </a:p>
        </p:txBody>
      </p:sp>
      <p:sp>
        <p:nvSpPr>
          <p:cNvPr id="33" name="Text Placeholder 32"/>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Gill Sans Nova" panose="020B0602020104020203" pitchFamily="34" charset="0"/>
              </a:defRPr>
            </a:lvl1pPr>
            <a:lvl2pPr marL="0" indent="0" algn="ctr">
              <a:lnSpc>
                <a:spcPct val="100000"/>
              </a:lnSpc>
              <a:spcBef>
                <a:spcPts val="0"/>
              </a:spcBef>
              <a:buNone/>
              <a:defRPr sz="1800"/>
            </a:lvl2pPr>
          </a:lstStyle>
          <a:p>
            <a:pPr lvl="0"/>
            <a:r>
              <a:rPr lang="en-US"/>
              <a:t>Click to edit Master text styles</a:t>
            </a:r>
            <a:endParaRPr lang="en-US"/>
          </a:p>
          <a:p>
            <a:pPr lvl="1"/>
            <a:r>
              <a:rPr lang="en-US"/>
              <a:t>Second level</a:t>
            </a:r>
            <a:endParaRPr lang="en-US"/>
          </a:p>
        </p:txBody>
      </p:sp>
      <p:sp>
        <p:nvSpPr>
          <p:cNvPr id="52" name="Title 1"/>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sp>
        <p:nvSpPr>
          <p:cNvPr id="23" name="Freeform: Shape 22"/>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6" name="Freeform: Shape 15"/>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 name="Content Placeholder 3"/>
          <p:cNvSpPr>
            <a:spLocks noGrp="1"/>
          </p:cNvSpPr>
          <p:nvPr>
            <p:ph sz="half" idx="2"/>
          </p:nvPr>
        </p:nvSpPr>
        <p:spPr>
          <a:xfrm>
            <a:off x="576072" y="2350008"/>
            <a:ext cx="6464808" cy="1097280"/>
          </a:xfrm>
        </p:spPr>
        <p:txBody>
          <a:bodyPr>
            <a:normAutofit/>
          </a:bodyPr>
          <a:lstStyle>
            <a:lvl1pPr marL="283210" indent="-283210">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accent1"/>
                </a:solidFill>
              </a:defRPr>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a:solidFill>
                  <a:schemeClr val="accent1"/>
                </a:solidFill>
              </a:defRPr>
            </a:lvl1pPr>
          </a:lstStyle>
          <a:p>
            <a:r>
              <a:rPr lang="en-US" dirty="0"/>
              <a:t>presentation title</a:t>
            </a:r>
            <a:endParaRPr lang="en-US" dirty="0"/>
          </a:p>
        </p:txBody>
      </p:sp>
      <p:sp>
        <p:nvSpPr>
          <p:cNvPr id="9" name="Slide Number Placeholder 8"/>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fld>
            <a:endParaRPr lang="en-US" dirty="0"/>
          </a:p>
        </p:txBody>
      </p:sp>
      <p:sp>
        <p:nvSpPr>
          <p:cNvPr id="30" name="Freeform: Shape 29"/>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 name="Text Placeholder 2"/>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5" name="Text Placeholder 4"/>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76072" y="3995928"/>
            <a:ext cx="6464808" cy="1097280"/>
          </a:xfrm>
        </p:spPr>
        <p:txBody>
          <a:bodyPr>
            <a:normAutofit/>
          </a:bodyPr>
          <a:lstStyle>
            <a:lvl1pPr marL="283210" indent="-283210">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31" name="Title 1"/>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endParaRPr lang="en-US" dirty="0"/>
          </a:p>
        </p:txBody>
      </p:sp>
      <p:cxnSp>
        <p:nvCxnSpPr>
          <p:cNvPr id="10" name="Straight Connector 9"/>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Three Column">
    <p:bg>
      <p:bgPr>
        <a:solidFill>
          <a:schemeClr val="bg2"/>
        </a:solidFill>
        <a:effectLst/>
      </p:bgPr>
    </p:bg>
    <p:spTree>
      <p:nvGrpSpPr>
        <p:cNvPr id="1" name=""/>
        <p:cNvGrpSpPr/>
        <p:nvPr/>
      </p:nvGrpSpPr>
      <p:grpSpPr>
        <a:xfrm>
          <a:off x="0" y="0"/>
          <a:ext cx="0" cy="0"/>
          <a:chOff x="0" y="0"/>
          <a:chExt cx="0" cy="0"/>
        </a:xfrm>
      </p:grpSpPr>
      <p:sp>
        <p:nvSpPr>
          <p:cNvPr id="27" name="Freeform: Shape 26"/>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8" name="Freeform: Shape 17"/>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3" name="Text Placeholder 2"/>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76072" y="2505075"/>
            <a:ext cx="2944368" cy="3684588"/>
          </a:xfrm>
        </p:spPr>
        <p:txBody>
          <a:bodyPr>
            <a:normAutofit/>
          </a:bodyPr>
          <a:lstStyle>
            <a:lvl1pPr marL="283210" indent="-283210">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782312" y="2505075"/>
            <a:ext cx="2944368" cy="3684588"/>
          </a:xfrm>
        </p:spPr>
        <p:txBody>
          <a:bodyPr>
            <a:normAutofit/>
          </a:bodyPr>
          <a:lstStyle>
            <a:lvl1pPr marL="283210" indent="-283210">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accent1"/>
                </a:solidFill>
              </a:defRPr>
            </a:lvl1pPr>
          </a:lstStyle>
          <a:p>
            <a:r>
              <a:rPr lang="en-US" dirty="0"/>
              <a:t>20XX</a:t>
            </a:r>
            <a:endParaRPr lang="en-US" dirty="0"/>
          </a:p>
        </p:txBody>
      </p:sp>
      <p:sp>
        <p:nvSpPr>
          <p:cNvPr id="8" name="Footer Placeholder 7"/>
          <p:cNvSpPr>
            <a:spLocks noGrp="1"/>
          </p:cNvSpPr>
          <p:nvPr>
            <p:ph type="ftr" sz="quarter" idx="11"/>
          </p:nvPr>
        </p:nvSpPr>
        <p:spPr/>
        <p:txBody>
          <a:bodyPr/>
          <a:lstStyle>
            <a:lvl1pPr>
              <a:defRPr>
                <a:solidFill>
                  <a:schemeClr val="accent1"/>
                </a:solidFill>
              </a:defRPr>
            </a:lvl1pPr>
          </a:lstStyle>
          <a:p>
            <a:r>
              <a:rPr lang="en-US" dirty="0"/>
              <a:t>presentation title</a:t>
            </a:r>
            <a:endParaRPr lang="en-US" dirty="0"/>
          </a:p>
        </p:txBody>
      </p:sp>
      <p:sp>
        <p:nvSpPr>
          <p:cNvPr id="9" name="Slide Number Placeholder 8"/>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fld>
            <a:endParaRPr lang="en-US" dirty="0"/>
          </a:p>
        </p:txBody>
      </p:sp>
      <p:sp>
        <p:nvSpPr>
          <p:cNvPr id="29" name="Title 1"/>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endParaRPr lang="en-US" dirty="0"/>
          </a:p>
        </p:txBody>
      </p:sp>
      <p:sp>
        <p:nvSpPr>
          <p:cNvPr id="30" name="Text Placeholder 4"/>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Gill Sans Nova" panose="020B06020201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31" name="Content Placeholder 5"/>
          <p:cNvSpPr>
            <a:spLocks noGrp="1"/>
          </p:cNvSpPr>
          <p:nvPr>
            <p:ph sz="quarter" idx="14"/>
          </p:nvPr>
        </p:nvSpPr>
        <p:spPr>
          <a:xfrm>
            <a:off x="8860536" y="2492438"/>
            <a:ext cx="2944368" cy="3684588"/>
          </a:xfrm>
        </p:spPr>
        <p:txBody>
          <a:bodyPr>
            <a:normAutofit/>
          </a:bodyPr>
          <a:lstStyle>
            <a:lvl1pPr marL="283210" indent="-283210">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cxnSp>
        <p:nvCxnSpPr>
          <p:cNvPr id="33" name="Straight Connector 32"/>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24" name="Freeform: Shape 23"/>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 name="Text Placeholder 3"/>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dirty="0"/>
              <a:t>20XX</a:t>
            </a:r>
            <a:endParaRPr lang="en-US" dirty="0"/>
          </a:p>
        </p:txBody>
      </p:sp>
      <p:sp>
        <p:nvSpPr>
          <p:cNvPr id="6" name="Footer Placeholder 5"/>
          <p:cNvSpPr>
            <a:spLocks noGrp="1"/>
          </p:cNvSpPr>
          <p:nvPr>
            <p:ph type="ftr" sz="quarter" idx="11"/>
          </p:nvPr>
        </p:nvSpPr>
        <p:spPr/>
        <p:txBody>
          <a:bodyPr/>
          <a:lstStyle/>
          <a:p>
            <a:r>
              <a:rPr lang="en-US" dirty="0"/>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fld>
            <a:endParaRPr lang="en-US" dirty="0"/>
          </a:p>
        </p:txBody>
      </p:sp>
      <p:sp>
        <p:nvSpPr>
          <p:cNvPr id="2" name="Title 1"/>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endParaRPr lang="en-US" dirty="0"/>
          </a:p>
        </p:txBody>
      </p:sp>
      <p:sp>
        <p:nvSpPr>
          <p:cNvPr id="48" name="Freeform: Shape 47"/>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1" fmla="*/ 6277387 w 6368827"/>
              <a:gd name="connsiteY0-2" fmla="*/ 161058 h 5139475"/>
              <a:gd name="connsiteX1-3" fmla="*/ 6277387 w 6368827"/>
              <a:gd name="connsiteY1-4" fmla="*/ 5139475 h 5139475"/>
              <a:gd name="connsiteX2-5" fmla="*/ 6189863 w 6368827"/>
              <a:gd name="connsiteY2-6" fmla="*/ 5129509 h 5139475"/>
              <a:gd name="connsiteX3-7" fmla="*/ 4906960 w 6368827"/>
              <a:gd name="connsiteY3-8" fmla="*/ 4685637 h 5139475"/>
              <a:gd name="connsiteX4-9" fmla="*/ 4226890 w 6368827"/>
              <a:gd name="connsiteY4-10" fmla="*/ 4354477 h 5139475"/>
              <a:gd name="connsiteX5-11" fmla="*/ 3327755 w 6368827"/>
              <a:gd name="connsiteY5-12" fmla="*/ 4156387 h 5139475"/>
              <a:gd name="connsiteX6-13" fmla="*/ 2255512 w 6368827"/>
              <a:gd name="connsiteY6-14" fmla="*/ 4368944 h 5139475"/>
              <a:gd name="connsiteX7-15" fmla="*/ 1772151 w 6368827"/>
              <a:gd name="connsiteY7-16" fmla="*/ 4527459 h 5139475"/>
              <a:gd name="connsiteX8-17" fmla="*/ 459735 w 6368827"/>
              <a:gd name="connsiteY8-18" fmla="*/ 4184363 h 5139475"/>
              <a:gd name="connsiteX9-19" fmla="*/ 608 w 6368827"/>
              <a:gd name="connsiteY9-20" fmla="*/ 3162067 h 5139475"/>
              <a:gd name="connsiteX10-21" fmla="*/ 686493 w 6368827"/>
              <a:gd name="connsiteY10-22" fmla="*/ 1710481 h 5139475"/>
              <a:gd name="connsiteX11-23" fmla="*/ 1254673 w 6368827"/>
              <a:gd name="connsiteY11-24" fmla="*/ 1269348 h 5139475"/>
              <a:gd name="connsiteX12-25" fmla="*/ 3265771 w 6368827"/>
              <a:gd name="connsiteY12-26" fmla="*/ 265022 h 5139475"/>
              <a:gd name="connsiteX13-27" fmla="*/ 4889012 w 6368827"/>
              <a:gd name="connsiteY13-28" fmla="*/ 662 h 5139475"/>
              <a:gd name="connsiteX14-29" fmla="*/ 5445687 w 6368827"/>
              <a:gd name="connsiteY14-30" fmla="*/ 20567 h 5139475"/>
              <a:gd name="connsiteX15-31" fmla="*/ 6007952 w 6368827"/>
              <a:gd name="connsiteY15-32" fmla="*/ 99852 h 5139475"/>
              <a:gd name="connsiteX16-33" fmla="*/ 6368827 w 6368827"/>
              <a:gd name="connsiteY16-34" fmla="*/ 252498 h 5139475"/>
              <a:gd name="connsiteX0-35" fmla="*/ 6277387 w 6368827"/>
              <a:gd name="connsiteY0-36" fmla="*/ 5139475 h 5139475"/>
              <a:gd name="connsiteX1-37" fmla="*/ 6189863 w 6368827"/>
              <a:gd name="connsiteY1-38" fmla="*/ 5129509 h 5139475"/>
              <a:gd name="connsiteX2-39" fmla="*/ 4906960 w 6368827"/>
              <a:gd name="connsiteY2-40" fmla="*/ 4685637 h 5139475"/>
              <a:gd name="connsiteX3-41" fmla="*/ 4226890 w 6368827"/>
              <a:gd name="connsiteY3-42" fmla="*/ 4354477 h 5139475"/>
              <a:gd name="connsiteX4-43" fmla="*/ 3327755 w 6368827"/>
              <a:gd name="connsiteY4-44" fmla="*/ 4156387 h 5139475"/>
              <a:gd name="connsiteX5-45" fmla="*/ 2255512 w 6368827"/>
              <a:gd name="connsiteY5-46" fmla="*/ 4368944 h 5139475"/>
              <a:gd name="connsiteX6-47" fmla="*/ 1772151 w 6368827"/>
              <a:gd name="connsiteY6-48" fmla="*/ 4527459 h 5139475"/>
              <a:gd name="connsiteX7-49" fmla="*/ 459735 w 6368827"/>
              <a:gd name="connsiteY7-50" fmla="*/ 4184363 h 5139475"/>
              <a:gd name="connsiteX8-51" fmla="*/ 608 w 6368827"/>
              <a:gd name="connsiteY8-52" fmla="*/ 3162067 h 5139475"/>
              <a:gd name="connsiteX9-53" fmla="*/ 686493 w 6368827"/>
              <a:gd name="connsiteY9-54" fmla="*/ 1710481 h 5139475"/>
              <a:gd name="connsiteX10-55" fmla="*/ 1254673 w 6368827"/>
              <a:gd name="connsiteY10-56" fmla="*/ 1269348 h 5139475"/>
              <a:gd name="connsiteX11-57" fmla="*/ 3265771 w 6368827"/>
              <a:gd name="connsiteY11-58" fmla="*/ 265022 h 5139475"/>
              <a:gd name="connsiteX12-59" fmla="*/ 4889012 w 6368827"/>
              <a:gd name="connsiteY12-60" fmla="*/ 662 h 5139475"/>
              <a:gd name="connsiteX13-61" fmla="*/ 5445687 w 6368827"/>
              <a:gd name="connsiteY13-62" fmla="*/ 20567 h 5139475"/>
              <a:gd name="connsiteX14-63" fmla="*/ 6007952 w 6368827"/>
              <a:gd name="connsiteY14-64" fmla="*/ 99852 h 5139475"/>
              <a:gd name="connsiteX15-65" fmla="*/ 6368827 w 6368827"/>
              <a:gd name="connsiteY15-66" fmla="*/ 252498 h 5139475"/>
              <a:gd name="connsiteX0-67" fmla="*/ 6189863 w 6368827"/>
              <a:gd name="connsiteY0-68" fmla="*/ 5129509 h 5129509"/>
              <a:gd name="connsiteX1-69" fmla="*/ 4906960 w 6368827"/>
              <a:gd name="connsiteY1-70" fmla="*/ 4685637 h 5129509"/>
              <a:gd name="connsiteX2-71" fmla="*/ 4226890 w 6368827"/>
              <a:gd name="connsiteY2-72" fmla="*/ 4354477 h 5129509"/>
              <a:gd name="connsiteX3-73" fmla="*/ 3327755 w 6368827"/>
              <a:gd name="connsiteY3-74" fmla="*/ 4156387 h 5129509"/>
              <a:gd name="connsiteX4-75" fmla="*/ 2255512 w 6368827"/>
              <a:gd name="connsiteY4-76" fmla="*/ 4368944 h 5129509"/>
              <a:gd name="connsiteX5-77" fmla="*/ 1772151 w 6368827"/>
              <a:gd name="connsiteY5-78" fmla="*/ 4527459 h 5129509"/>
              <a:gd name="connsiteX6-79" fmla="*/ 459735 w 6368827"/>
              <a:gd name="connsiteY6-80" fmla="*/ 4184363 h 5129509"/>
              <a:gd name="connsiteX7-81" fmla="*/ 608 w 6368827"/>
              <a:gd name="connsiteY7-82" fmla="*/ 3162067 h 5129509"/>
              <a:gd name="connsiteX8-83" fmla="*/ 686493 w 6368827"/>
              <a:gd name="connsiteY8-84" fmla="*/ 1710481 h 5129509"/>
              <a:gd name="connsiteX9-85" fmla="*/ 1254673 w 6368827"/>
              <a:gd name="connsiteY9-86" fmla="*/ 1269348 h 5129509"/>
              <a:gd name="connsiteX10-87" fmla="*/ 3265771 w 6368827"/>
              <a:gd name="connsiteY10-88" fmla="*/ 265022 h 5129509"/>
              <a:gd name="connsiteX11-89" fmla="*/ 4889012 w 6368827"/>
              <a:gd name="connsiteY11-90" fmla="*/ 662 h 5129509"/>
              <a:gd name="connsiteX12-91" fmla="*/ 5445687 w 6368827"/>
              <a:gd name="connsiteY12-92" fmla="*/ 20567 h 5129509"/>
              <a:gd name="connsiteX13-93" fmla="*/ 6007952 w 6368827"/>
              <a:gd name="connsiteY13-94" fmla="*/ 99852 h 5129509"/>
              <a:gd name="connsiteX14-95" fmla="*/ 6368827 w 6368827"/>
              <a:gd name="connsiteY14-96" fmla="*/ 252498 h 5129509"/>
              <a:gd name="connsiteX0-97" fmla="*/ 6189863 w 6189863"/>
              <a:gd name="connsiteY0-98" fmla="*/ 5129509 h 5129509"/>
              <a:gd name="connsiteX1-99" fmla="*/ 4906960 w 6189863"/>
              <a:gd name="connsiteY1-100" fmla="*/ 4685637 h 5129509"/>
              <a:gd name="connsiteX2-101" fmla="*/ 4226890 w 6189863"/>
              <a:gd name="connsiteY2-102" fmla="*/ 4354477 h 5129509"/>
              <a:gd name="connsiteX3-103" fmla="*/ 3327755 w 6189863"/>
              <a:gd name="connsiteY3-104" fmla="*/ 4156387 h 5129509"/>
              <a:gd name="connsiteX4-105" fmla="*/ 2255512 w 6189863"/>
              <a:gd name="connsiteY4-106" fmla="*/ 4368944 h 5129509"/>
              <a:gd name="connsiteX5-107" fmla="*/ 1772151 w 6189863"/>
              <a:gd name="connsiteY5-108" fmla="*/ 4527459 h 5129509"/>
              <a:gd name="connsiteX6-109" fmla="*/ 459735 w 6189863"/>
              <a:gd name="connsiteY6-110" fmla="*/ 4184363 h 5129509"/>
              <a:gd name="connsiteX7-111" fmla="*/ 608 w 6189863"/>
              <a:gd name="connsiteY7-112" fmla="*/ 3162067 h 5129509"/>
              <a:gd name="connsiteX8-113" fmla="*/ 686493 w 6189863"/>
              <a:gd name="connsiteY8-114" fmla="*/ 1710481 h 5129509"/>
              <a:gd name="connsiteX9-115" fmla="*/ 1254673 w 6189863"/>
              <a:gd name="connsiteY9-116" fmla="*/ 1269348 h 5129509"/>
              <a:gd name="connsiteX10-117" fmla="*/ 3265771 w 6189863"/>
              <a:gd name="connsiteY10-118" fmla="*/ 265022 h 5129509"/>
              <a:gd name="connsiteX11-119" fmla="*/ 4889012 w 6189863"/>
              <a:gd name="connsiteY11-120" fmla="*/ 662 h 5129509"/>
              <a:gd name="connsiteX12-121" fmla="*/ 5445687 w 6189863"/>
              <a:gd name="connsiteY12-122" fmla="*/ 20567 h 5129509"/>
              <a:gd name="connsiteX13-123" fmla="*/ 6007952 w 6189863"/>
              <a:gd name="connsiteY13-124" fmla="*/ 99852 h 5129509"/>
              <a:gd name="connsiteX0-125" fmla="*/ 6220343 w 6220343"/>
              <a:gd name="connsiteY0-126" fmla="*/ 5133319 h 5133319"/>
              <a:gd name="connsiteX1-127" fmla="*/ 4906960 w 6220343"/>
              <a:gd name="connsiteY1-128" fmla="*/ 4685637 h 5133319"/>
              <a:gd name="connsiteX2-129" fmla="*/ 4226890 w 6220343"/>
              <a:gd name="connsiteY2-130" fmla="*/ 4354477 h 5133319"/>
              <a:gd name="connsiteX3-131" fmla="*/ 3327755 w 6220343"/>
              <a:gd name="connsiteY3-132" fmla="*/ 4156387 h 5133319"/>
              <a:gd name="connsiteX4-133" fmla="*/ 2255512 w 6220343"/>
              <a:gd name="connsiteY4-134" fmla="*/ 4368944 h 5133319"/>
              <a:gd name="connsiteX5-135" fmla="*/ 1772151 w 6220343"/>
              <a:gd name="connsiteY5-136" fmla="*/ 4527459 h 5133319"/>
              <a:gd name="connsiteX6-137" fmla="*/ 459735 w 6220343"/>
              <a:gd name="connsiteY6-138" fmla="*/ 4184363 h 5133319"/>
              <a:gd name="connsiteX7-139" fmla="*/ 608 w 6220343"/>
              <a:gd name="connsiteY7-140" fmla="*/ 3162067 h 5133319"/>
              <a:gd name="connsiteX8-141" fmla="*/ 686493 w 6220343"/>
              <a:gd name="connsiteY8-142" fmla="*/ 1710481 h 5133319"/>
              <a:gd name="connsiteX9-143" fmla="*/ 1254673 w 6220343"/>
              <a:gd name="connsiteY9-144" fmla="*/ 1269348 h 5133319"/>
              <a:gd name="connsiteX10-145" fmla="*/ 3265771 w 6220343"/>
              <a:gd name="connsiteY10-146" fmla="*/ 265022 h 5133319"/>
              <a:gd name="connsiteX11-147" fmla="*/ 4889012 w 6220343"/>
              <a:gd name="connsiteY11-148" fmla="*/ 662 h 5133319"/>
              <a:gd name="connsiteX12-149" fmla="*/ 5445687 w 6220343"/>
              <a:gd name="connsiteY12-150" fmla="*/ 20567 h 5133319"/>
              <a:gd name="connsiteX13-151" fmla="*/ 6007952 w 6220343"/>
              <a:gd name="connsiteY13-152" fmla="*/ 99852 h 5133319"/>
              <a:gd name="connsiteX0-153" fmla="*/ 6243203 w 6243203"/>
              <a:gd name="connsiteY0-154" fmla="*/ 5137129 h 5137129"/>
              <a:gd name="connsiteX1-155" fmla="*/ 4906960 w 6243203"/>
              <a:gd name="connsiteY1-156" fmla="*/ 4685637 h 5137129"/>
              <a:gd name="connsiteX2-157" fmla="*/ 4226890 w 6243203"/>
              <a:gd name="connsiteY2-158" fmla="*/ 4354477 h 5137129"/>
              <a:gd name="connsiteX3-159" fmla="*/ 3327755 w 6243203"/>
              <a:gd name="connsiteY3-160" fmla="*/ 4156387 h 5137129"/>
              <a:gd name="connsiteX4-161" fmla="*/ 2255512 w 6243203"/>
              <a:gd name="connsiteY4-162" fmla="*/ 4368944 h 5137129"/>
              <a:gd name="connsiteX5-163" fmla="*/ 1772151 w 6243203"/>
              <a:gd name="connsiteY5-164" fmla="*/ 4527459 h 5137129"/>
              <a:gd name="connsiteX6-165" fmla="*/ 459735 w 6243203"/>
              <a:gd name="connsiteY6-166" fmla="*/ 4184363 h 5137129"/>
              <a:gd name="connsiteX7-167" fmla="*/ 608 w 6243203"/>
              <a:gd name="connsiteY7-168" fmla="*/ 3162067 h 5137129"/>
              <a:gd name="connsiteX8-169" fmla="*/ 686493 w 6243203"/>
              <a:gd name="connsiteY8-170" fmla="*/ 1710481 h 5137129"/>
              <a:gd name="connsiteX9-171" fmla="*/ 1254673 w 6243203"/>
              <a:gd name="connsiteY9-172" fmla="*/ 1269348 h 5137129"/>
              <a:gd name="connsiteX10-173" fmla="*/ 3265771 w 6243203"/>
              <a:gd name="connsiteY10-174" fmla="*/ 265022 h 5137129"/>
              <a:gd name="connsiteX11-175" fmla="*/ 4889012 w 6243203"/>
              <a:gd name="connsiteY11-176" fmla="*/ 662 h 5137129"/>
              <a:gd name="connsiteX12-177" fmla="*/ 5445687 w 6243203"/>
              <a:gd name="connsiteY12-178" fmla="*/ 20567 h 5137129"/>
              <a:gd name="connsiteX13-179" fmla="*/ 6007952 w 6243203"/>
              <a:gd name="connsiteY13-180" fmla="*/ 99852 h 51371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42" name="Picture Placeholder 41"/>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showMasterSp="0">
  <p:cSld name="Closing">
    <p:bg>
      <p:bgPr>
        <a:solidFill>
          <a:schemeClr val="accent6"/>
        </a:solidFill>
        <a:effectLst/>
      </p:bgPr>
    </p:bg>
    <p:spTree>
      <p:nvGrpSpPr>
        <p:cNvPr id="1" name=""/>
        <p:cNvGrpSpPr/>
        <p:nvPr/>
      </p:nvGrpSpPr>
      <p:grpSpPr>
        <a:xfrm>
          <a:off x="0" y="0"/>
          <a:ext cx="0" cy="0"/>
          <a:chOff x="0" y="0"/>
          <a:chExt cx="0" cy="0"/>
        </a:xfrm>
      </p:grpSpPr>
      <p:sp>
        <p:nvSpPr>
          <p:cNvPr id="10" name="Freeform: Shape 9"/>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hasCustomPrompt="1"/>
          </p:nvPr>
        </p:nvSpPr>
        <p:spPr>
          <a:xfrm>
            <a:off x="1524000" y="1170432"/>
            <a:ext cx="9144000" cy="2387600"/>
          </a:xfrm>
        </p:spPr>
        <p:txBody>
          <a:bodyPr anchor="b"/>
          <a:lstStyle>
            <a:lvl1pPr algn="ctr">
              <a:defRPr sz="6000"/>
            </a:lvl1pPr>
          </a:lstStyle>
          <a:p>
            <a:r>
              <a:rPr lang="en-US" dirty="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Freeform: Shape 15"/>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5" name="Freeform: Shape 24"/>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3" name="Freeform: Shape 12"/>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1" fmla="*/ 1693819 w 1785259"/>
              <a:gd name="connsiteY0-2" fmla="*/ 10532 h 5462555"/>
              <a:gd name="connsiteX1-3" fmla="*/ 1678579 w 1785259"/>
              <a:gd name="connsiteY1-4" fmla="*/ 5418828 h 5462555"/>
              <a:gd name="connsiteX2-5" fmla="*/ 1176667 w 1785259"/>
              <a:gd name="connsiteY2-6" fmla="*/ 5429928 h 5462555"/>
              <a:gd name="connsiteX3-7" fmla="*/ 512297 w 1785259"/>
              <a:gd name="connsiteY3-8" fmla="*/ 5030409 h 5462555"/>
              <a:gd name="connsiteX4-9" fmla="*/ 314208 w 1785259"/>
              <a:gd name="connsiteY4-10" fmla="*/ 4179509 h 5462555"/>
              <a:gd name="connsiteX5-11" fmla="*/ 429138 w 1785259"/>
              <a:gd name="connsiteY5-12" fmla="*/ 3898280 h 5462555"/>
              <a:gd name="connsiteX6-13" fmla="*/ 592360 w 1785259"/>
              <a:gd name="connsiteY6-14" fmla="*/ 3258731 h 5462555"/>
              <a:gd name="connsiteX7-15" fmla="*/ 481029 w 1785259"/>
              <a:gd name="connsiteY7-16" fmla="*/ 2679952 h 5462555"/>
              <a:gd name="connsiteX8-17" fmla="*/ 277230 w 1785259"/>
              <a:gd name="connsiteY8-18" fmla="*/ 2221719 h 5462555"/>
              <a:gd name="connsiteX9-19" fmla="*/ 119523 w 1785259"/>
              <a:gd name="connsiteY9-20" fmla="*/ 667910 h 5462555"/>
              <a:gd name="connsiteX10-21" fmla="*/ 361880 w 1785259"/>
              <a:gd name="connsiteY10-22" fmla="*/ 369606 h 5462555"/>
              <a:gd name="connsiteX11-23" fmla="*/ 864738 w 1785259"/>
              <a:gd name="connsiteY11-24" fmla="*/ 104615 h 5462555"/>
              <a:gd name="connsiteX12-25" fmla="*/ 1513718 w 1785259"/>
              <a:gd name="connsiteY12-26" fmla="*/ 4215 h 5462555"/>
              <a:gd name="connsiteX13-27" fmla="*/ 1603804 w 1785259"/>
              <a:gd name="connsiteY13-28" fmla="*/ 54 h 5462555"/>
              <a:gd name="connsiteX14-29" fmla="*/ 1785259 w 1785259"/>
              <a:gd name="connsiteY14-30" fmla="*/ 101972 h 5462555"/>
              <a:gd name="connsiteX0-31" fmla="*/ 1678579 w 1785259"/>
              <a:gd name="connsiteY0-32" fmla="*/ 5418828 h 5462555"/>
              <a:gd name="connsiteX1-33" fmla="*/ 1176667 w 1785259"/>
              <a:gd name="connsiteY1-34" fmla="*/ 5429928 h 5462555"/>
              <a:gd name="connsiteX2-35" fmla="*/ 512297 w 1785259"/>
              <a:gd name="connsiteY2-36" fmla="*/ 5030409 h 5462555"/>
              <a:gd name="connsiteX3-37" fmla="*/ 314208 w 1785259"/>
              <a:gd name="connsiteY3-38" fmla="*/ 4179509 h 5462555"/>
              <a:gd name="connsiteX4-39" fmla="*/ 429138 w 1785259"/>
              <a:gd name="connsiteY4-40" fmla="*/ 3898280 h 5462555"/>
              <a:gd name="connsiteX5-41" fmla="*/ 592360 w 1785259"/>
              <a:gd name="connsiteY5-42" fmla="*/ 3258731 h 5462555"/>
              <a:gd name="connsiteX6-43" fmla="*/ 481029 w 1785259"/>
              <a:gd name="connsiteY6-44" fmla="*/ 2679952 h 5462555"/>
              <a:gd name="connsiteX7-45" fmla="*/ 277230 w 1785259"/>
              <a:gd name="connsiteY7-46" fmla="*/ 2221719 h 5462555"/>
              <a:gd name="connsiteX8-47" fmla="*/ 119523 w 1785259"/>
              <a:gd name="connsiteY8-48" fmla="*/ 667910 h 5462555"/>
              <a:gd name="connsiteX9-49" fmla="*/ 361880 w 1785259"/>
              <a:gd name="connsiteY9-50" fmla="*/ 369606 h 5462555"/>
              <a:gd name="connsiteX10-51" fmla="*/ 864738 w 1785259"/>
              <a:gd name="connsiteY10-52" fmla="*/ 104615 h 5462555"/>
              <a:gd name="connsiteX11-53" fmla="*/ 1513718 w 1785259"/>
              <a:gd name="connsiteY11-54" fmla="*/ 4215 h 5462555"/>
              <a:gd name="connsiteX12-55" fmla="*/ 1603804 w 1785259"/>
              <a:gd name="connsiteY12-56" fmla="*/ 54 h 5462555"/>
              <a:gd name="connsiteX13-57" fmla="*/ 1785259 w 1785259"/>
              <a:gd name="connsiteY13-58" fmla="*/ 101972 h 5462555"/>
              <a:gd name="connsiteX0-59" fmla="*/ 1678579 w 1785259"/>
              <a:gd name="connsiteY0-60" fmla="*/ 5416834 h 5460561"/>
              <a:gd name="connsiteX1-61" fmla="*/ 1176667 w 1785259"/>
              <a:gd name="connsiteY1-62" fmla="*/ 5427934 h 5460561"/>
              <a:gd name="connsiteX2-63" fmla="*/ 512297 w 1785259"/>
              <a:gd name="connsiteY2-64" fmla="*/ 5028415 h 5460561"/>
              <a:gd name="connsiteX3-65" fmla="*/ 314208 w 1785259"/>
              <a:gd name="connsiteY3-66" fmla="*/ 4177515 h 5460561"/>
              <a:gd name="connsiteX4-67" fmla="*/ 429138 w 1785259"/>
              <a:gd name="connsiteY4-68" fmla="*/ 3896286 h 5460561"/>
              <a:gd name="connsiteX5-69" fmla="*/ 592360 w 1785259"/>
              <a:gd name="connsiteY5-70" fmla="*/ 3256737 h 5460561"/>
              <a:gd name="connsiteX6-71" fmla="*/ 481029 w 1785259"/>
              <a:gd name="connsiteY6-72" fmla="*/ 2677958 h 5460561"/>
              <a:gd name="connsiteX7-73" fmla="*/ 277230 w 1785259"/>
              <a:gd name="connsiteY7-74" fmla="*/ 2219725 h 5460561"/>
              <a:gd name="connsiteX8-75" fmla="*/ 119523 w 1785259"/>
              <a:gd name="connsiteY8-76" fmla="*/ 665916 h 5460561"/>
              <a:gd name="connsiteX9-77" fmla="*/ 361880 w 1785259"/>
              <a:gd name="connsiteY9-78" fmla="*/ 367612 h 5460561"/>
              <a:gd name="connsiteX10-79" fmla="*/ 864738 w 1785259"/>
              <a:gd name="connsiteY10-80" fmla="*/ 102621 h 5460561"/>
              <a:gd name="connsiteX11-81" fmla="*/ 1513718 w 1785259"/>
              <a:gd name="connsiteY11-82" fmla="*/ 2221 h 5460561"/>
              <a:gd name="connsiteX12-83" fmla="*/ 1654604 w 1785259"/>
              <a:gd name="connsiteY12-84" fmla="*/ 600 h 5460561"/>
              <a:gd name="connsiteX13-85" fmla="*/ 1785259 w 1785259"/>
              <a:gd name="connsiteY13-86" fmla="*/ 99978 h 5460561"/>
              <a:gd name="connsiteX0-87" fmla="*/ 1678579 w 1678579"/>
              <a:gd name="connsiteY0-88" fmla="*/ 5416834 h 5460561"/>
              <a:gd name="connsiteX1-89" fmla="*/ 1176667 w 1678579"/>
              <a:gd name="connsiteY1-90" fmla="*/ 5427934 h 5460561"/>
              <a:gd name="connsiteX2-91" fmla="*/ 512297 w 1678579"/>
              <a:gd name="connsiteY2-92" fmla="*/ 5028415 h 5460561"/>
              <a:gd name="connsiteX3-93" fmla="*/ 314208 w 1678579"/>
              <a:gd name="connsiteY3-94" fmla="*/ 4177515 h 5460561"/>
              <a:gd name="connsiteX4-95" fmla="*/ 429138 w 1678579"/>
              <a:gd name="connsiteY4-96" fmla="*/ 3896286 h 5460561"/>
              <a:gd name="connsiteX5-97" fmla="*/ 592360 w 1678579"/>
              <a:gd name="connsiteY5-98" fmla="*/ 3256737 h 5460561"/>
              <a:gd name="connsiteX6-99" fmla="*/ 481029 w 1678579"/>
              <a:gd name="connsiteY6-100" fmla="*/ 2677958 h 5460561"/>
              <a:gd name="connsiteX7-101" fmla="*/ 277230 w 1678579"/>
              <a:gd name="connsiteY7-102" fmla="*/ 2219725 h 5460561"/>
              <a:gd name="connsiteX8-103" fmla="*/ 119523 w 1678579"/>
              <a:gd name="connsiteY8-104" fmla="*/ 665916 h 5460561"/>
              <a:gd name="connsiteX9-105" fmla="*/ 361880 w 1678579"/>
              <a:gd name="connsiteY9-106" fmla="*/ 367612 h 5460561"/>
              <a:gd name="connsiteX10-107" fmla="*/ 864738 w 1678579"/>
              <a:gd name="connsiteY10-108" fmla="*/ 102621 h 5460561"/>
              <a:gd name="connsiteX11-109" fmla="*/ 1513718 w 1678579"/>
              <a:gd name="connsiteY11-110" fmla="*/ 2221 h 5460561"/>
              <a:gd name="connsiteX12-111" fmla="*/ 1654604 w 1678579"/>
              <a:gd name="connsiteY12-112" fmla="*/ 600 h 5460561"/>
              <a:gd name="connsiteX0-113" fmla="*/ 1678579 w 1678579"/>
              <a:gd name="connsiteY0-114" fmla="*/ 5416834 h 5460561"/>
              <a:gd name="connsiteX1-115" fmla="*/ 1176667 w 1678579"/>
              <a:gd name="connsiteY1-116" fmla="*/ 5427934 h 5460561"/>
              <a:gd name="connsiteX2-117" fmla="*/ 512297 w 1678579"/>
              <a:gd name="connsiteY2-118" fmla="*/ 5028415 h 5460561"/>
              <a:gd name="connsiteX3-119" fmla="*/ 314208 w 1678579"/>
              <a:gd name="connsiteY3-120" fmla="*/ 4177515 h 5460561"/>
              <a:gd name="connsiteX4-121" fmla="*/ 429138 w 1678579"/>
              <a:gd name="connsiteY4-122" fmla="*/ 3896286 h 5460561"/>
              <a:gd name="connsiteX5-123" fmla="*/ 592360 w 1678579"/>
              <a:gd name="connsiteY5-124" fmla="*/ 3256737 h 5460561"/>
              <a:gd name="connsiteX6-125" fmla="*/ 481029 w 1678579"/>
              <a:gd name="connsiteY6-126" fmla="*/ 2677958 h 5460561"/>
              <a:gd name="connsiteX7-127" fmla="*/ 277230 w 1678579"/>
              <a:gd name="connsiteY7-128" fmla="*/ 2219725 h 5460561"/>
              <a:gd name="connsiteX8-129" fmla="*/ 119523 w 1678579"/>
              <a:gd name="connsiteY8-130" fmla="*/ 665916 h 5460561"/>
              <a:gd name="connsiteX9-131" fmla="*/ 361880 w 1678579"/>
              <a:gd name="connsiteY9-132" fmla="*/ 367612 h 5460561"/>
              <a:gd name="connsiteX10-133" fmla="*/ 864738 w 1678579"/>
              <a:gd name="connsiteY10-134" fmla="*/ 102621 h 5460561"/>
              <a:gd name="connsiteX11-135" fmla="*/ 1513718 w 1678579"/>
              <a:gd name="connsiteY11-136" fmla="*/ 2221 h 5460561"/>
              <a:gd name="connsiteX12-137" fmla="*/ 1672384 w 1678579"/>
              <a:gd name="connsiteY12-138" fmla="*/ 600 h 546056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r>
              <a:rPr lang="en-US" dirty="0"/>
              <a:t>20XX</a:t>
            </a:r>
            <a:endParaRPr lang="en-US" dirty="0"/>
          </a:p>
        </p:txBody>
      </p:sp>
      <p:sp>
        <p:nvSpPr>
          <p:cNvPr id="6" name="Footer Placeholder 5"/>
          <p:cNvSpPr>
            <a:spLocks noGrp="1"/>
          </p:cNvSpPr>
          <p:nvPr>
            <p:ph type="ftr" sz="quarter" idx="11"/>
          </p:nvPr>
        </p:nvSpPr>
        <p:spPr/>
        <p:txBody>
          <a:bodyPr/>
          <a:lstStyle/>
          <a:p>
            <a:r>
              <a:rPr lang="en-US" dirty="0"/>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fld>
            <a:endParaRPr lang="en-US" dirty="0"/>
          </a:p>
        </p:txBody>
      </p:sp>
      <p:sp>
        <p:nvSpPr>
          <p:cNvPr id="9" name="Freeform: Shape 8"/>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1" name="Freeform: Shape 10"/>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8" name="Title 1"/>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Freeform: Shape 5"/>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7" name="Freeform: Shape 6"/>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Date Placeholder 1"/>
          <p:cNvSpPr>
            <a:spLocks noGrp="1"/>
          </p:cNvSpPr>
          <p:nvPr>
            <p:ph type="dt" sz="half" idx="10"/>
          </p:nvPr>
        </p:nvSpPr>
        <p:spPr/>
        <p:txBody>
          <a:bodyPr/>
          <a:lstStyle/>
          <a:p>
            <a:r>
              <a:rPr lang="en-US" dirty="0"/>
              <a:t>20XX</a:t>
            </a:r>
            <a:endParaRPr lang="en-US" dirty="0"/>
          </a:p>
        </p:txBody>
      </p:sp>
      <p:sp>
        <p:nvSpPr>
          <p:cNvPr id="3" name="Footer Placeholder 2"/>
          <p:cNvSpPr>
            <a:spLocks noGrp="1"/>
          </p:cNvSpPr>
          <p:nvPr>
            <p:ph type="ftr" sz="quarter" idx="11"/>
          </p:nvPr>
        </p:nvSpPr>
        <p:spPr/>
        <p:txBody>
          <a:bodyPr/>
          <a:lstStyle/>
          <a:p>
            <a:r>
              <a:rPr lang="en-US" dirty="0"/>
              <a:t>presentation title</a:t>
            </a:r>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fld>
            <a:endParaRPr lang="en-US" dirty="0"/>
          </a:p>
        </p:txBody>
      </p:sp>
      <p:sp>
        <p:nvSpPr>
          <p:cNvPr id="5" name="Title 1"/>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Freeform: Shape 8"/>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11" name="Freeform: Shape 10"/>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lvl="0"/>
            <a:endParaRPr lang="en-US" dirty="0">
              <a:solidFill>
                <a:schemeClr val="tx1"/>
              </a:solidFill>
            </a:endParaRPr>
          </a:p>
        </p:txBody>
      </p:sp>
      <p:sp>
        <p:nvSpPr>
          <p:cNvPr id="2" name="Title 1"/>
          <p:cNvSpPr>
            <a:spLocks noGrp="1"/>
          </p:cNvSpPr>
          <p:nvPr>
            <p:ph type="title" hasCustomPrompt="1"/>
          </p:nvPr>
        </p:nvSpPr>
        <p:spPr>
          <a:xfrm>
            <a:off x="839788" y="457200"/>
            <a:ext cx="3932237" cy="1600200"/>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dirty="0"/>
              <a:t>20XX</a:t>
            </a:r>
            <a:endParaRPr lang="en-US" dirty="0"/>
          </a:p>
        </p:txBody>
      </p:sp>
      <p:sp>
        <p:nvSpPr>
          <p:cNvPr id="6" name="Footer Placeholder 5"/>
          <p:cNvSpPr>
            <a:spLocks noGrp="1"/>
          </p:cNvSpPr>
          <p:nvPr>
            <p:ph type="ftr" sz="quarter" idx="11"/>
          </p:nvPr>
        </p:nvSpPr>
        <p:spPr/>
        <p:txBody>
          <a:bodyPr/>
          <a:lstStyle/>
          <a:p>
            <a:r>
              <a:rPr lang="en-US" dirty="0"/>
              <a:t>presentation title</a:t>
            </a:r>
            <a:endParaRPr lang="en-US" dirty="0"/>
          </a:p>
        </p:txBody>
      </p:sp>
      <p:sp>
        <p:nvSpPr>
          <p:cNvPr id="7" name="Slide Number Placeholder 6"/>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endParaRPr lang="en-US" dirty="0"/>
          </a:p>
        </p:txBody>
      </p:sp>
      <p:sp>
        <p:nvSpPr>
          <p:cNvPr id="5" name="Footer Placeholder 4"/>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endParaRPr lang="en-US" dirty="0"/>
          </a:p>
        </p:txBody>
      </p:sp>
      <p:sp>
        <p:nvSpPr>
          <p:cNvPr id="6" name="Slide Number Placeholder 5"/>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fld>
            <a:endParaRPr lang="en-US" dirty="0"/>
          </a:p>
        </p:txBody>
      </p:sp>
      <p:cxnSp>
        <p:nvCxnSpPr>
          <p:cNvPr id="8" name="Straight Connector 7"/>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800" dirty="0"/>
              <a:t>Stock Market Prediction App</a:t>
            </a:r>
            <a:br>
              <a:rPr lang="en-US" sz="4800" dirty="0"/>
            </a:br>
            <a:r>
              <a:rPr lang="en-US" sz="1600" dirty="0"/>
              <a:t>Harnessing AI for Informed Investing!</a:t>
            </a:r>
            <a:endParaRPr lang="en-US" sz="4800" dirty="0"/>
          </a:p>
        </p:txBody>
      </p:sp>
      <p:sp>
        <p:nvSpPr>
          <p:cNvPr id="3" name="Subtitle 2"/>
          <p:cNvSpPr>
            <a:spLocks noGrp="1"/>
          </p:cNvSpPr>
          <p:nvPr>
            <p:ph type="subTitle" idx="1"/>
          </p:nvPr>
        </p:nvSpPr>
        <p:spPr>
          <a:xfrm>
            <a:off x="8864866" y="4831882"/>
            <a:ext cx="3327133" cy="2026118"/>
          </a:xfrm>
        </p:spPr>
        <p:txBody>
          <a:bodyPr>
            <a:normAutofit/>
          </a:bodyPr>
          <a:lstStyle/>
          <a:p>
            <a:pPr algn="l">
              <a:spcBef>
                <a:spcPts val="600"/>
              </a:spcBef>
            </a:pPr>
            <a:r>
              <a:rPr lang="en-US" b="1" kern="1400" dirty="0">
                <a:solidFill>
                  <a:schemeClr val="tx1">
                    <a:lumMod val="50000"/>
                  </a:schemeClr>
                </a:solidFill>
                <a:latin typeface="Californian FB" panose="0207040306080B030204" pitchFamily="18" charset="0"/>
              </a:rPr>
              <a:t>BY-</a:t>
            </a:r>
            <a:endParaRPr lang="en-US" b="1" kern="1400" dirty="0">
              <a:solidFill>
                <a:schemeClr val="tx1">
                  <a:lumMod val="50000"/>
                </a:schemeClr>
              </a:solidFill>
              <a:latin typeface="Californian FB" panose="0207040306080B030204" pitchFamily="18" charset="0"/>
            </a:endParaRPr>
          </a:p>
          <a:p>
            <a:pPr algn="l">
              <a:spcBef>
                <a:spcPts val="600"/>
              </a:spcBef>
            </a:pPr>
            <a:r>
              <a:rPr lang="en-IN" altLang="en-US" sz="2000" b="1" kern="1400" dirty="0">
                <a:solidFill>
                  <a:schemeClr val="tx1">
                    <a:lumMod val="50000"/>
                  </a:schemeClr>
                </a:solidFill>
                <a:latin typeface="Californian FB" panose="0207040306080B030204" pitchFamily="18" charset="0"/>
              </a:rPr>
              <a:t>Nikhil Kumar</a:t>
            </a:r>
            <a:endParaRPr lang="en-US" sz="2000" b="1" kern="1400" dirty="0">
              <a:solidFill>
                <a:schemeClr val="tx1">
                  <a:lumMod val="50000"/>
                </a:schemeClr>
              </a:solidFill>
              <a:latin typeface="Californian FB" panose="0207040306080B030204" pitchFamily="18" charset="0"/>
            </a:endParaRPr>
          </a:p>
          <a:p>
            <a:pPr algn="l">
              <a:spcBef>
                <a:spcPts val="600"/>
              </a:spcBef>
            </a:pPr>
            <a:r>
              <a:rPr lang="en-US" sz="2000" b="1" kern="1400" dirty="0">
                <a:solidFill>
                  <a:schemeClr val="tx1">
                    <a:lumMod val="50000"/>
                  </a:schemeClr>
                </a:solidFill>
                <a:latin typeface="Californian FB" panose="0207040306080B030204" pitchFamily="18" charset="0"/>
              </a:rPr>
              <a:t>21SCSE10</a:t>
            </a:r>
            <a:r>
              <a:rPr lang="en-IN" altLang="en-US" sz="2000" b="1" kern="1400" dirty="0">
                <a:solidFill>
                  <a:schemeClr val="tx1">
                    <a:lumMod val="50000"/>
                  </a:schemeClr>
                </a:solidFill>
                <a:latin typeface="Californian FB" panose="0207040306080B030204" pitchFamily="18" charset="0"/>
              </a:rPr>
              <a:t>10832</a:t>
            </a:r>
            <a:endParaRPr lang="en-US" sz="2000" b="1" kern="1400" dirty="0">
              <a:solidFill>
                <a:schemeClr val="tx1">
                  <a:lumMod val="50000"/>
                </a:schemeClr>
              </a:solidFill>
              <a:latin typeface="Californian FB" panose="0207040306080B030204" pitchFamily="18" charset="0"/>
            </a:endParaRPr>
          </a:p>
          <a:p>
            <a:pPr algn="l">
              <a:spcBef>
                <a:spcPts val="600"/>
              </a:spcBef>
            </a:pPr>
            <a:r>
              <a:rPr lang="en-US" sz="2000" b="1" kern="1400" dirty="0" err="1">
                <a:solidFill>
                  <a:schemeClr val="tx1">
                    <a:lumMod val="50000"/>
                  </a:schemeClr>
                </a:solidFill>
                <a:latin typeface="Californian FB" panose="0207040306080B030204" pitchFamily="18" charset="0"/>
              </a:rPr>
              <a:t>B.Tech</a:t>
            </a:r>
            <a:r>
              <a:rPr lang="en-US" sz="2000" b="1" kern="1400" dirty="0">
                <a:solidFill>
                  <a:schemeClr val="tx1">
                    <a:lumMod val="50000"/>
                  </a:schemeClr>
                </a:solidFill>
                <a:latin typeface="Californian FB" panose="0207040306080B030204" pitchFamily="18" charset="0"/>
              </a:rPr>
              <a:t> CSE</a:t>
            </a:r>
            <a:endParaRPr lang="en-US" sz="2000" b="1" kern="1400" dirty="0">
              <a:solidFill>
                <a:schemeClr val="tx1">
                  <a:lumMod val="50000"/>
                </a:schemeClr>
              </a:solidFill>
              <a:latin typeface="Californian FB" panose="0207040306080B030204" pitchFamily="18" charset="0"/>
            </a:endParaRPr>
          </a:p>
          <a:p>
            <a:pPr algn="l">
              <a:spcBef>
                <a:spcPts val="600"/>
              </a:spcBef>
            </a:pPr>
            <a:r>
              <a:rPr lang="en-US" sz="2000" b="1" kern="1400" dirty="0">
                <a:solidFill>
                  <a:schemeClr val="tx1">
                    <a:lumMod val="50000"/>
                  </a:schemeClr>
                </a:solidFill>
                <a:latin typeface="Californian FB" panose="0207040306080B030204" pitchFamily="18" charset="0"/>
              </a:rPr>
              <a:t>Section-12(Elective)</a:t>
            </a:r>
            <a:endParaRPr lang="en-US" b="1" kern="1400" dirty="0">
              <a:solidFill>
                <a:schemeClr val="tx1">
                  <a:lumMod val="50000"/>
                </a:schemeClr>
              </a:solidFill>
              <a:latin typeface="Californian FB" panose="0207040306080B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agenda</a:t>
            </a:r>
            <a:endParaRPr lang="en-US" dirty="0"/>
          </a:p>
        </p:txBody>
      </p:sp>
      <p:graphicFrame>
        <p:nvGraphicFramePr>
          <p:cNvPr id="2" name="Table 4"/>
          <p:cNvGraphicFramePr>
            <a:graphicFrameLocks noGrp="1"/>
          </p:cNvGraphicFramePr>
          <p:nvPr>
            <p:ph idx="1"/>
          </p:nvPr>
        </p:nvGraphicFramePr>
        <p:xfrm>
          <a:off x="7774188" y="707975"/>
          <a:ext cx="4132263" cy="4874674"/>
        </p:xfrm>
        <a:graphic>
          <a:graphicData uri="http://schemas.openxmlformats.org/drawingml/2006/table">
            <a:tbl>
              <a:tblPr firstRow="1" bandRow="1"/>
              <a:tblGrid>
                <a:gridCol w="4132263"/>
              </a:tblGrid>
              <a:tr h="761215">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sz="2400" dirty="0">
                          <a:latin typeface="+mn-lt"/>
                          <a:cs typeface="Gill Sans Light" panose="020B0302020104020203" pitchFamily="34" charset="-79"/>
                        </a:rPr>
                        <a:t>INTRODUCTION</a:t>
                      </a:r>
                      <a:endParaRPr lang="en-US" sz="2400" dirty="0">
                        <a:latin typeface="+mn-lt"/>
                        <a:cs typeface="Gill Sans Light" panose="020B0302020104020203" pitchFamily="34" charset="-79"/>
                      </a:endParaRPr>
                    </a:p>
                    <a:p>
                      <a:pPr algn="r"/>
                      <a:r>
                        <a:rPr lang="en-US" sz="1800" dirty="0">
                          <a:latin typeface="+mj-lt"/>
                        </a:rPr>
                        <a:t>3</a:t>
                      </a:r>
                      <a:endParaRPr lang="en-US" sz="1800" dirty="0">
                        <a:latin typeface="+mj-lt"/>
                      </a:endParaRP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62040">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sz="2400" dirty="0">
                          <a:latin typeface="+mn-lt"/>
                          <a:cs typeface="Gill Sans Light" panose="020B0302020104020203" pitchFamily="34" charset="-79"/>
                        </a:rPr>
                        <a:t>PRIMARY GOALS</a:t>
                      </a:r>
                      <a:endParaRPr lang="en-US" sz="2400" dirty="0">
                        <a:latin typeface="+mn-lt"/>
                        <a:cs typeface="Gill Sans Light" panose="020B0302020104020203" pitchFamily="34" charset="-79"/>
                      </a:endParaRPr>
                    </a:p>
                    <a:p>
                      <a:pPr marL="0" algn="r" defTabSz="914400" rtl="0" eaLnBrk="1" latinLnBrk="0" hangingPunct="1"/>
                      <a:r>
                        <a:rPr lang="en-US" sz="1800" kern="1200" dirty="0">
                          <a:solidFill>
                            <a:schemeClr val="tx1"/>
                          </a:solidFill>
                          <a:latin typeface="+mj-lt"/>
                          <a:ea typeface="+mn-ea"/>
                          <a:cs typeface="+mn-cs"/>
                        </a:rPr>
                        <a:t>4</a:t>
                      </a:r>
                      <a:endParaRPr lang="en-US" sz="180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83716">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sz="2400" dirty="0">
                          <a:latin typeface="+mn-lt"/>
                          <a:cs typeface="Gill Sans Light" panose="020B0302020104020203" pitchFamily="34" charset="-79"/>
                        </a:rPr>
                        <a:t>IMPORTANCE</a:t>
                      </a:r>
                      <a:endParaRPr lang="en-US" sz="2400" dirty="0">
                        <a:latin typeface="+mn-lt"/>
                        <a:cs typeface="Gill Sans Light" panose="020B0302020104020203" pitchFamily="34" charset="-79"/>
                      </a:endParaRPr>
                    </a:p>
                    <a:p>
                      <a:pPr marL="0" algn="r" defTabSz="914400" rtl="0" eaLnBrk="1" latinLnBrk="0" hangingPunct="1"/>
                      <a:r>
                        <a:rPr lang="en-US" sz="1800" kern="1200" dirty="0">
                          <a:solidFill>
                            <a:schemeClr val="tx1"/>
                          </a:solidFill>
                          <a:latin typeface="+mj-lt"/>
                          <a:ea typeface="+mn-ea"/>
                          <a:cs typeface="+mn-cs"/>
                        </a:rPr>
                        <a:t>5</a:t>
                      </a:r>
                      <a:endParaRPr lang="en-US" sz="180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040366">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sz="2400" dirty="0">
                          <a:latin typeface="+mn-lt"/>
                          <a:cs typeface="Gill Sans Light" panose="020B0302020104020203" pitchFamily="34" charset="-79"/>
                        </a:rPr>
                        <a:t>PROCESS</a:t>
                      </a:r>
                      <a:endParaRPr lang="en-US" sz="2400" dirty="0">
                        <a:latin typeface="+mn-lt"/>
                        <a:cs typeface="Gill Sans Light" panose="020B0302020104020203" pitchFamily="34" charset="-79"/>
                      </a:endParaRPr>
                    </a:p>
                    <a:p>
                      <a:pPr marL="0" algn="r" defTabSz="914400" rtl="0" eaLnBrk="1" latinLnBrk="0" hangingPunct="1"/>
                      <a:r>
                        <a:rPr lang="en-US" sz="1800" kern="1200" dirty="0">
                          <a:solidFill>
                            <a:schemeClr val="tx1"/>
                          </a:solidFill>
                          <a:latin typeface="+mj-lt"/>
                          <a:ea typeface="+mn-ea"/>
                          <a:cs typeface="+mn-cs"/>
                        </a:rPr>
                        <a:t>6</a:t>
                      </a:r>
                      <a:endParaRPr lang="en-US" sz="180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927337">
                <a:tc>
                  <a:txBody>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sz="2400" dirty="0">
                          <a:latin typeface="+mn-lt"/>
                          <a:cs typeface="Gill Sans Light" panose="020B0302020104020203" pitchFamily="34" charset="-79"/>
                        </a:rPr>
                        <a:t>RESULT</a:t>
                      </a:r>
                      <a:endParaRPr lang="en-US" sz="2400" dirty="0">
                        <a:latin typeface="+mn-lt"/>
                        <a:cs typeface="Gill Sans Light" panose="020B0302020104020203" pitchFamily="34" charset="-79"/>
                      </a:endParaRPr>
                    </a:p>
                    <a:p>
                      <a:pPr marL="0" algn="r" defTabSz="914400" rtl="0" eaLnBrk="1" latinLnBrk="0" hangingPunct="1"/>
                      <a:r>
                        <a:rPr lang="en-US" sz="1800" kern="1200" dirty="0">
                          <a:solidFill>
                            <a:schemeClr val="tx1"/>
                          </a:solidFill>
                          <a:latin typeface="+mj-lt"/>
                          <a:ea typeface="+mn-ea"/>
                          <a:cs typeface="+mn-cs"/>
                        </a:rPr>
                        <a:t>7</a:t>
                      </a:r>
                      <a:endParaRPr lang="en-US" sz="180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tr>
            </a:tbl>
          </a:graphicData>
        </a:graphic>
      </p:graphicFrame>
      <p:cxnSp>
        <p:nvCxnSpPr>
          <p:cNvPr id="5" name="Straight Connector 4"/>
          <p:cNvCxnSpPr/>
          <p:nvPr/>
        </p:nvCxnSpPr>
        <p:spPr>
          <a:xfrm>
            <a:off x="7786838" y="5678906"/>
            <a:ext cx="4119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799223" y="5857637"/>
            <a:ext cx="6107228" cy="73866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sz="2400" dirty="0">
                <a:cs typeface="Gill Sans Light" panose="020B0302020104020203" pitchFamily="34" charset="-79"/>
              </a:rPr>
              <a:t>CONSLUSION</a:t>
            </a:r>
            <a:endParaRPr lang="en-US" sz="2400" dirty="0">
              <a:latin typeface="+mn-lt"/>
              <a:cs typeface="Gill Sans Light" panose="020B0302020104020203" pitchFamily="34" charset="-79"/>
            </a:endParaRPr>
          </a:p>
          <a:p>
            <a:pPr marL="0" algn="r" defTabSz="914400" rtl="0" eaLnBrk="1" latinLnBrk="0" hangingPunct="1"/>
            <a:r>
              <a:rPr lang="en-US" dirty="0">
                <a:latin typeface="+mj-lt"/>
              </a:rPr>
              <a:t>8</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6" name="Title 25"/>
          <p:cNvSpPr>
            <a:spLocks noGrp="1"/>
          </p:cNvSpPr>
          <p:nvPr>
            <p:ph type="title"/>
          </p:nvPr>
        </p:nvSpPr>
        <p:spPr/>
        <p:txBody>
          <a:bodyPr/>
          <a:lstStyle/>
          <a:p>
            <a:r>
              <a:rPr lang="en-US" dirty="0"/>
              <a:t>introduction</a:t>
            </a:r>
            <a:endParaRPr lang="en-US" dirty="0"/>
          </a:p>
        </p:txBody>
      </p:sp>
      <p:sp>
        <p:nvSpPr>
          <p:cNvPr id="27" name="Text Placeholder 26"/>
          <p:cNvSpPr>
            <a:spLocks noGrp="1"/>
          </p:cNvSpPr>
          <p:nvPr>
            <p:ph type="body" sz="half" idx="2"/>
          </p:nvPr>
        </p:nvSpPr>
        <p:spPr/>
        <p:txBody>
          <a:bodyPr/>
          <a:lstStyle/>
          <a:p>
            <a:r>
              <a:rPr lang="en-US" dirty="0"/>
              <a:t>Research on Stock Price Prediction Method Based on Convolutional Neural Network. The financial markets are known for their inherent complexity and unpredictability, posing significant challenges for investors and analysts seeking to anticipate stock price movements. As technological advancements continue to reshape various industries, the integration of machine learning techniques, particularly neural networks, has emerged as a powerful tool for stock market prediction.</a:t>
            </a:r>
            <a:endParaRPr lang="en-US" dirty="0"/>
          </a:p>
        </p:txBody>
      </p:sp>
      <p:pic>
        <p:nvPicPr>
          <p:cNvPr id="22" name="Picture Placeholder 21"/>
          <p:cNvPicPr>
            <a:picLocks noGrp="1" noChangeAspect="1"/>
          </p:cNvPicPr>
          <p:nvPr>
            <p:ph type="pic" idx="1"/>
          </p:nvPr>
        </p:nvPicPr>
        <p:blipFill>
          <a:blip r:embed="rId1"/>
          <a:srcRect l="25749" r="25749"/>
          <a:stretch>
            <a:fillRect/>
          </a:stretch>
        </p:blipFill>
        <p:spPr/>
      </p:pic>
      <p:sp>
        <p:nvSpPr>
          <p:cNvPr id="2" name="Date Placeholder 1"/>
          <p:cNvSpPr>
            <a:spLocks noGrp="1"/>
          </p:cNvSpPr>
          <p:nvPr>
            <p:ph type="dt" sz="half" idx="10"/>
          </p:nvPr>
        </p:nvSpPr>
        <p:spPr/>
        <p:txBody>
          <a:bodyPr/>
          <a:lstStyle/>
          <a:p>
            <a:r>
              <a:rPr lang="en-US" dirty="0"/>
              <a:t>2024</a:t>
            </a:r>
            <a:endParaRPr lang="en-US" dirty="0"/>
          </a:p>
        </p:txBody>
      </p:sp>
      <p:sp>
        <p:nvSpPr>
          <p:cNvPr id="3" name="Footer Placeholder 2"/>
          <p:cNvSpPr>
            <a:spLocks noGrp="1"/>
          </p:cNvSpPr>
          <p:nvPr>
            <p:ph type="ftr" sz="quarter" idx="11"/>
          </p:nvPr>
        </p:nvSpPr>
        <p:spPr/>
        <p:txBody>
          <a:bodyPr/>
          <a:lstStyle/>
          <a:p>
            <a:r>
              <a:rPr lang="en-US" sz="1400" dirty="0"/>
              <a:t>Stock Market Prediction App</a:t>
            </a:r>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7D1C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areas of focus</a:t>
            </a:r>
            <a:endParaRPr lang="en-US" dirty="0"/>
          </a:p>
        </p:txBody>
      </p:sp>
      <p:sp>
        <p:nvSpPr>
          <p:cNvPr id="4" name="Content Placeholder 3"/>
          <p:cNvSpPr>
            <a:spLocks noGrp="1"/>
          </p:cNvSpPr>
          <p:nvPr>
            <p:ph sz="half" idx="2"/>
          </p:nvPr>
        </p:nvSpPr>
        <p:spPr>
          <a:xfrm>
            <a:off x="576071" y="2022748"/>
            <a:ext cx="6989386" cy="1741692"/>
          </a:xfrm>
        </p:spPr>
        <p:txBody>
          <a:bodyPr>
            <a:normAutofit/>
          </a:bodyPr>
          <a:lstStyle/>
          <a:p>
            <a:pPr algn="l"/>
            <a:r>
              <a:rPr lang="en-IN" sz="2000" b="1" i="0" dirty="0">
                <a:effectLst/>
                <a:latin typeface="Söhne"/>
              </a:rPr>
              <a:t>Enhancing Investment Decision-Making</a:t>
            </a:r>
            <a:endParaRPr lang="en-IN" sz="2000" b="1" i="0" dirty="0">
              <a:effectLst/>
              <a:latin typeface="Söhne"/>
            </a:endParaRPr>
          </a:p>
          <a:p>
            <a:pPr algn="l"/>
            <a:r>
              <a:rPr lang="en-IN" sz="2000" b="1" i="0" dirty="0">
                <a:effectLst/>
                <a:latin typeface="Söhne"/>
              </a:rPr>
              <a:t>Mitigating Risks</a:t>
            </a:r>
            <a:endParaRPr lang="en-IN" sz="2000" b="1" i="0" dirty="0">
              <a:effectLst/>
              <a:latin typeface="Söhne"/>
            </a:endParaRPr>
          </a:p>
          <a:p>
            <a:pPr algn="l"/>
            <a:r>
              <a:rPr lang="en-IN" sz="2000" b="1" i="0" dirty="0">
                <a:effectLst/>
                <a:latin typeface="Söhne"/>
              </a:rPr>
              <a:t>Improving Portfolio Performance</a:t>
            </a:r>
            <a:endParaRPr lang="en-IN" sz="2000" b="1" i="0" dirty="0">
              <a:effectLst/>
              <a:latin typeface="Söhne"/>
            </a:endParaRPr>
          </a:p>
          <a:p>
            <a:r>
              <a:rPr lang="en-IN" sz="2000" b="1" i="0" dirty="0">
                <a:effectLst/>
                <a:latin typeface="Söhne"/>
              </a:rPr>
              <a:t>Facilitating Long-Term Planning</a:t>
            </a:r>
            <a:endParaRPr lang="en-IN" sz="2000" b="1" i="0" dirty="0">
              <a:effectLst/>
              <a:latin typeface="Söhne"/>
            </a:endParaRPr>
          </a:p>
          <a:p>
            <a:r>
              <a:rPr lang="en-IN" sz="2000" b="1" i="0" dirty="0">
                <a:effectLst/>
                <a:latin typeface="Söhne"/>
              </a:rPr>
              <a:t>Harnessing Technological Advancements</a:t>
            </a:r>
            <a:endParaRPr lang="en-IN" sz="2000" b="1" i="0" dirty="0">
              <a:effectLst/>
              <a:latin typeface="Söhne"/>
            </a:endParaRPr>
          </a:p>
          <a:p>
            <a:endParaRPr lang="en-IN" sz="2000" b="1" i="0" dirty="0">
              <a:effectLst/>
              <a:latin typeface="Söhne"/>
            </a:endParaRPr>
          </a:p>
          <a:p>
            <a:pPr algn="l"/>
            <a:endParaRPr lang="en-IN" sz="2000" b="1" i="0" dirty="0">
              <a:effectLst/>
              <a:latin typeface="Söhne"/>
            </a:endParaRPr>
          </a:p>
          <a:p>
            <a:endParaRPr lang="en-US" sz="2000" dirty="0"/>
          </a:p>
          <a:p>
            <a:endParaRPr lang="en-US" sz="2000" dirty="0"/>
          </a:p>
          <a:p>
            <a:endParaRPr lang="en-US" sz="2000" dirty="0"/>
          </a:p>
        </p:txBody>
      </p:sp>
      <p:sp>
        <p:nvSpPr>
          <p:cNvPr id="7" name="Content Placeholder 6"/>
          <p:cNvSpPr>
            <a:spLocks noGrp="1"/>
          </p:cNvSpPr>
          <p:nvPr>
            <p:ph sz="quarter" idx="4"/>
          </p:nvPr>
        </p:nvSpPr>
        <p:spPr>
          <a:xfrm>
            <a:off x="576072" y="3535598"/>
            <a:ext cx="6989385" cy="1741692"/>
          </a:xfrm>
        </p:spPr>
        <p:txBody>
          <a:bodyPr>
            <a:normAutofit/>
          </a:bodyPr>
          <a:lstStyle/>
          <a:p>
            <a:pPr algn="l"/>
            <a:r>
              <a:rPr lang="en-IN" sz="2000" b="1" i="0" dirty="0">
                <a:effectLst/>
                <a:latin typeface="Söhne"/>
              </a:rPr>
              <a:t>Capitalizing on Opportunities</a:t>
            </a:r>
            <a:endParaRPr lang="en-IN" sz="2000" b="1" i="0" dirty="0">
              <a:effectLst/>
              <a:latin typeface="Söhne"/>
            </a:endParaRPr>
          </a:p>
          <a:p>
            <a:pPr algn="l"/>
            <a:r>
              <a:rPr lang="en-IN" sz="2000" b="1" i="0" dirty="0">
                <a:effectLst/>
                <a:latin typeface="Söhne"/>
              </a:rPr>
              <a:t>Real-Time Decision Support</a:t>
            </a:r>
            <a:endParaRPr lang="en-IN" sz="2000" b="1" i="0" dirty="0">
              <a:effectLst/>
              <a:latin typeface="Söhne"/>
            </a:endParaRPr>
          </a:p>
          <a:p>
            <a:r>
              <a:rPr lang="en-IN" sz="2000" b="1" i="0" dirty="0">
                <a:effectLst/>
                <a:latin typeface="Söhne"/>
              </a:rPr>
              <a:t>Minimizing Emotional Decision-Making</a:t>
            </a:r>
            <a:endParaRPr lang="en-IN" sz="2000" b="1" i="0" dirty="0">
              <a:effectLst/>
              <a:latin typeface="Söhne"/>
            </a:endParaRPr>
          </a:p>
          <a:p>
            <a:r>
              <a:rPr lang="en-US" sz="2000" b="1" i="0" dirty="0">
                <a:effectLst/>
                <a:latin typeface="Söhne"/>
              </a:rPr>
              <a:t>Empowering a Diverse Range of Investors</a:t>
            </a:r>
            <a:endParaRPr lang="en-US" sz="2000" b="1" i="0" dirty="0">
              <a:effectLst/>
              <a:latin typeface="Söhne"/>
            </a:endParaRPr>
          </a:p>
          <a:p>
            <a:r>
              <a:rPr lang="en-IN" sz="2000" b="1" i="0" dirty="0">
                <a:effectLst/>
                <a:latin typeface="Söhne"/>
              </a:rPr>
              <a:t>Facilitating Financial Inclusion</a:t>
            </a:r>
            <a:endParaRPr lang="en-IN" sz="2000" b="1" i="0" dirty="0">
              <a:effectLst/>
              <a:latin typeface="Söhne"/>
            </a:endParaRPr>
          </a:p>
          <a:p>
            <a:endParaRPr lang="en-US" sz="2000" b="1" i="0" dirty="0">
              <a:effectLst/>
              <a:latin typeface="Söhne"/>
            </a:endParaRPr>
          </a:p>
          <a:p>
            <a:endParaRPr lang="en-IN" sz="2000" b="1" i="0" dirty="0">
              <a:effectLst/>
              <a:latin typeface="Söhne"/>
            </a:endParaRPr>
          </a:p>
          <a:p>
            <a:endParaRPr lang="en-IN" sz="2000" b="1" i="0" dirty="0">
              <a:effectLst/>
              <a:latin typeface="Söhne"/>
            </a:endParaRPr>
          </a:p>
          <a:p>
            <a:pPr algn="l"/>
            <a:endParaRPr lang="en-IN" sz="2000" b="1" i="0" dirty="0">
              <a:effectLst/>
              <a:latin typeface="Söhne"/>
            </a:endParaRPr>
          </a:p>
          <a:p>
            <a:endParaRPr lang="en-US" sz="2000" dirty="0"/>
          </a:p>
          <a:p>
            <a:endParaRPr lang="en-US" sz="2000" dirty="0"/>
          </a:p>
        </p:txBody>
      </p:sp>
      <p:sp>
        <p:nvSpPr>
          <p:cNvPr id="8" name="Date Placeholder 7"/>
          <p:cNvSpPr>
            <a:spLocks noGrp="1"/>
          </p:cNvSpPr>
          <p:nvPr>
            <p:ph type="dt" sz="half" idx="10"/>
          </p:nvPr>
        </p:nvSpPr>
        <p:spPr/>
        <p:txBody>
          <a:bodyPr/>
          <a:lstStyle/>
          <a:p>
            <a:r>
              <a:rPr lang="en-US" dirty="0"/>
              <a:t>2024</a:t>
            </a:r>
            <a:endParaRPr lang="en-US" dirty="0"/>
          </a:p>
        </p:txBody>
      </p:sp>
      <p:sp>
        <p:nvSpPr>
          <p:cNvPr id="9" name="Footer Placeholder 8"/>
          <p:cNvSpPr>
            <a:spLocks noGrp="1"/>
          </p:cNvSpPr>
          <p:nvPr>
            <p:ph type="ftr" sz="quarter" idx="11"/>
          </p:nvPr>
        </p:nvSpPr>
        <p:spPr/>
        <p:txBody>
          <a:bodyPr/>
          <a:lstStyle/>
          <a:p>
            <a:r>
              <a:rPr lang="en-US" sz="1400" dirty="0"/>
              <a:t>Stock Market Prediction App</a:t>
            </a:r>
            <a:endParaRPr lang="en-US" dirty="0"/>
          </a:p>
          <a:p>
            <a:endParaRPr lang="en-US" dirty="0"/>
          </a:p>
        </p:txBody>
      </p:sp>
      <p:sp>
        <p:nvSpPr>
          <p:cNvPr id="10" name="Slide Number Placeholder 9"/>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Sagona Book" panose="020F0502020204030204" pitchFamily="34" charset="0"/>
              </a:rPr>
              <a:t>importance</a:t>
            </a:r>
            <a:endParaRPr lang="en-US" dirty="0"/>
          </a:p>
        </p:txBody>
      </p:sp>
      <p:sp>
        <p:nvSpPr>
          <p:cNvPr id="4" name="Date Placeholder 3"/>
          <p:cNvSpPr>
            <a:spLocks noGrp="1"/>
          </p:cNvSpPr>
          <p:nvPr>
            <p:ph type="dt" sz="half" idx="10"/>
          </p:nvPr>
        </p:nvSpPr>
        <p:spPr/>
        <p:txBody>
          <a:bodyPr/>
          <a:lstStyle/>
          <a:p>
            <a:r>
              <a:rPr lang="en-US" dirty="0"/>
              <a:t>2024</a:t>
            </a:r>
            <a:endParaRPr lang="en-US" dirty="0"/>
          </a:p>
        </p:txBody>
      </p:sp>
      <p:sp>
        <p:nvSpPr>
          <p:cNvPr id="6" name="Footer Placeholder 5"/>
          <p:cNvSpPr>
            <a:spLocks noGrp="1"/>
          </p:cNvSpPr>
          <p:nvPr>
            <p:ph type="ftr" sz="quarter" idx="11"/>
          </p:nvPr>
        </p:nvSpPr>
        <p:spPr/>
        <p:txBody>
          <a:bodyPr/>
          <a:lstStyle/>
          <a:p>
            <a:r>
              <a:rPr lang="en-US" sz="1400" dirty="0"/>
              <a:t>Stock Market Prediction App</a:t>
            </a:r>
            <a:endParaRPr lang="en-US" dirty="0"/>
          </a:p>
          <a:p>
            <a:endParaRPr lang="en-US" dirty="0"/>
          </a:p>
        </p:txBody>
      </p:sp>
      <p:sp>
        <p:nvSpPr>
          <p:cNvPr id="8" name="Slide Number Placeholder 7"/>
          <p:cNvSpPr>
            <a:spLocks noGrp="1"/>
          </p:cNvSpPr>
          <p:nvPr>
            <p:ph type="sldNum" sz="quarter" idx="12"/>
          </p:nvPr>
        </p:nvSpPr>
        <p:spPr/>
        <p:txBody>
          <a:bodyPr/>
          <a:lstStyle/>
          <a:p>
            <a:fld id="{58FB4751-880F-D840-AAA9-3A15815CC996}" type="slidenum">
              <a:rPr lang="en-US" smtClean="0"/>
            </a:fld>
            <a:endParaRPr lang="en-US" dirty="0"/>
          </a:p>
        </p:txBody>
      </p:sp>
      <p:pic>
        <p:nvPicPr>
          <p:cNvPr id="10" name="Picture 9"/>
          <p:cNvPicPr>
            <a:picLocks noChangeAspect="1"/>
          </p:cNvPicPr>
          <p:nvPr/>
        </p:nvPicPr>
        <p:blipFill rotWithShape="1">
          <a:blip r:embed="rId1"/>
          <a:srcRect l="21474" t="25825" r="19395" b="21965"/>
          <a:stretch>
            <a:fillRect/>
          </a:stretch>
        </p:blipFill>
        <p:spPr>
          <a:xfrm>
            <a:off x="2258779" y="1780673"/>
            <a:ext cx="7674441" cy="38116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p:cNvSpPr>
            <a:spLocks noGrp="1"/>
          </p:cNvSpPr>
          <p:nvPr>
            <p:ph type="title"/>
          </p:nvPr>
        </p:nvSpPr>
        <p:spPr>
          <a:xfrm>
            <a:off x="732322" y="1038505"/>
            <a:ext cx="10515600" cy="466344"/>
          </a:xfrm>
        </p:spPr>
        <p:txBody>
          <a:bodyPr/>
          <a:lstStyle/>
          <a:p>
            <a:r>
              <a:rPr lang="en-US" dirty="0"/>
              <a:t>process</a:t>
            </a:r>
            <a:br>
              <a:rPr lang="en-US" dirty="0"/>
            </a:br>
            <a:endParaRPr lang="en-US" dirty="0"/>
          </a:p>
        </p:txBody>
      </p:sp>
      <p:sp>
        <p:nvSpPr>
          <p:cNvPr id="16" name="Text Placeholder 15"/>
          <p:cNvSpPr>
            <a:spLocks noGrp="1"/>
          </p:cNvSpPr>
          <p:nvPr>
            <p:ph type="body" sz="quarter" idx="13"/>
          </p:nvPr>
        </p:nvSpPr>
        <p:spPr>
          <a:xfrm>
            <a:off x="2021564" y="1504849"/>
            <a:ext cx="8148871" cy="3322701"/>
          </a:xfrm>
        </p:spPr>
        <p:txBody>
          <a:bodyPr>
            <a:normAutofit fontScale="92500" lnSpcReduction="20000"/>
          </a:bodyPr>
          <a:lstStyle/>
          <a:p>
            <a:r>
              <a:rPr lang="en-US" sz="1900" dirty="0"/>
              <a:t>Problem Definition</a:t>
            </a:r>
            <a:endParaRPr lang="en-US" sz="1900" dirty="0"/>
          </a:p>
          <a:p>
            <a:r>
              <a:rPr lang="en-US" sz="1900" dirty="0"/>
              <a:t>Data Collection</a:t>
            </a:r>
            <a:endParaRPr lang="en-US" sz="1900" dirty="0"/>
          </a:p>
          <a:p>
            <a:r>
              <a:rPr lang="en-US" sz="1900" dirty="0"/>
              <a:t>Data Cleaning and Pre-processing</a:t>
            </a:r>
            <a:endParaRPr lang="en-US" sz="1900" dirty="0"/>
          </a:p>
          <a:p>
            <a:r>
              <a:rPr lang="en-US" sz="1900" dirty="0"/>
              <a:t>Exploratory Data Analysis</a:t>
            </a:r>
            <a:endParaRPr lang="en-US" sz="1900" dirty="0"/>
          </a:p>
          <a:p>
            <a:r>
              <a:rPr lang="en-US" sz="1900" dirty="0"/>
              <a:t>Feature Engineering</a:t>
            </a:r>
            <a:endParaRPr lang="en-US" sz="1900" dirty="0"/>
          </a:p>
          <a:p>
            <a:r>
              <a:rPr lang="en-US" sz="1900" dirty="0"/>
              <a:t>Data Splitting</a:t>
            </a:r>
            <a:endParaRPr lang="en-US" sz="1900" dirty="0"/>
          </a:p>
          <a:p>
            <a:r>
              <a:rPr lang="en-US" sz="1900" dirty="0"/>
              <a:t>Model Selection</a:t>
            </a:r>
            <a:endParaRPr lang="en-US" sz="1900" dirty="0"/>
          </a:p>
          <a:p>
            <a:r>
              <a:rPr lang="en-US" sz="1900" dirty="0"/>
              <a:t>Model Tuning</a:t>
            </a:r>
            <a:endParaRPr lang="en-US" sz="1900" dirty="0"/>
          </a:p>
          <a:p>
            <a:r>
              <a:rPr lang="en-US" sz="1900" dirty="0"/>
              <a:t>Hyperparameter Tuning</a:t>
            </a:r>
            <a:endParaRPr lang="en-US" sz="1900" dirty="0"/>
          </a:p>
          <a:p>
            <a:r>
              <a:rPr lang="en-US" sz="1900" dirty="0"/>
              <a:t>Model Evaluation</a:t>
            </a:r>
            <a:endParaRPr lang="en-US" sz="1900" dirty="0"/>
          </a:p>
          <a:p>
            <a:r>
              <a:rPr lang="en-US" sz="1900" dirty="0"/>
              <a:t>Real-Time Testing</a:t>
            </a:r>
            <a:endParaRPr lang="en-US" sz="1900" dirty="0"/>
          </a:p>
          <a:p>
            <a:r>
              <a:rPr lang="en-US" sz="1900" dirty="0"/>
              <a:t>Deployment</a:t>
            </a:r>
            <a:endParaRPr lang="en-US" sz="1900" dirty="0"/>
          </a:p>
          <a:p>
            <a:r>
              <a:rPr lang="en-US" sz="1900" dirty="0"/>
              <a:t>Monitoring and Maintenance</a:t>
            </a:r>
            <a:endParaRPr lang="en-US" sz="1900" dirty="0"/>
          </a:p>
          <a:p>
            <a:r>
              <a:rPr lang="en-US" sz="1900" dirty="0"/>
              <a:t>Documentation</a:t>
            </a:r>
            <a:endParaRPr lang="en-US" sz="1900" dirty="0"/>
          </a:p>
          <a:p>
            <a:endParaRPr lang="en-US" sz="1050" dirty="0"/>
          </a:p>
          <a:p>
            <a:endParaRPr lang="en-US" sz="1050" dirty="0"/>
          </a:p>
          <a:p>
            <a:endParaRPr lang="en-US" dirty="0"/>
          </a:p>
        </p:txBody>
      </p:sp>
      <p:sp>
        <p:nvSpPr>
          <p:cNvPr id="2" name="Date Placeholder 1"/>
          <p:cNvSpPr>
            <a:spLocks noGrp="1"/>
          </p:cNvSpPr>
          <p:nvPr>
            <p:ph type="dt" sz="half" idx="10"/>
          </p:nvPr>
        </p:nvSpPr>
        <p:spPr/>
        <p:txBody>
          <a:bodyPr/>
          <a:lstStyle/>
          <a:p>
            <a:r>
              <a:rPr lang="en-US" dirty="0"/>
              <a:t>2024</a:t>
            </a:r>
            <a:endParaRPr lang="en-US" dirty="0"/>
          </a:p>
        </p:txBody>
      </p:sp>
      <p:sp>
        <p:nvSpPr>
          <p:cNvPr id="3" name="Footer Placeholder 2"/>
          <p:cNvSpPr>
            <a:spLocks noGrp="1"/>
          </p:cNvSpPr>
          <p:nvPr>
            <p:ph type="ftr" sz="quarter" idx="11"/>
          </p:nvPr>
        </p:nvSpPr>
        <p:spPr/>
        <p:txBody>
          <a:bodyPr/>
          <a:lstStyle/>
          <a:p>
            <a:r>
              <a:rPr lang="en-US" sz="1400" dirty="0"/>
              <a:t>Stock Market Prediction App</a:t>
            </a:r>
            <a:endParaRPr lang="en-US" dirty="0"/>
          </a:p>
          <a:p>
            <a:endParaRPr lang="en-US" dirty="0"/>
          </a:p>
        </p:txBody>
      </p:sp>
      <p:sp>
        <p:nvSpPr>
          <p:cNvPr id="4" name="Slide Number Placeholder 3"/>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result and finding</a:t>
            </a:r>
            <a:br>
              <a:rPr lang="en-US" dirty="0"/>
            </a:br>
            <a:endParaRPr lang="en-US" dirty="0"/>
          </a:p>
        </p:txBody>
      </p:sp>
      <p:sp>
        <p:nvSpPr>
          <p:cNvPr id="9" name="Date Placeholder 8"/>
          <p:cNvSpPr>
            <a:spLocks noGrp="1"/>
          </p:cNvSpPr>
          <p:nvPr>
            <p:ph type="dt" sz="half" idx="10"/>
          </p:nvPr>
        </p:nvSpPr>
        <p:spPr/>
        <p:txBody>
          <a:bodyPr/>
          <a:lstStyle/>
          <a:p>
            <a:r>
              <a:rPr lang="en-US" dirty="0"/>
              <a:t>2024</a:t>
            </a:r>
            <a:endParaRPr lang="en-US" dirty="0"/>
          </a:p>
        </p:txBody>
      </p:sp>
      <p:sp>
        <p:nvSpPr>
          <p:cNvPr id="10" name="Footer Placeholder 9"/>
          <p:cNvSpPr>
            <a:spLocks noGrp="1"/>
          </p:cNvSpPr>
          <p:nvPr>
            <p:ph type="ftr" sz="quarter" idx="11"/>
          </p:nvPr>
        </p:nvSpPr>
        <p:spPr/>
        <p:txBody>
          <a:bodyPr/>
          <a:lstStyle/>
          <a:p>
            <a:r>
              <a:rPr lang="en-US" sz="1400" dirty="0"/>
              <a:t>Stock Market Prediction App</a:t>
            </a:r>
            <a:endParaRPr lang="en-US" dirty="0"/>
          </a:p>
          <a:p>
            <a:endParaRPr lang="en-US" dirty="0"/>
          </a:p>
        </p:txBody>
      </p:sp>
      <p:sp>
        <p:nvSpPr>
          <p:cNvPr id="11" name="Slide Number Placeholder 10"/>
          <p:cNvSpPr>
            <a:spLocks noGrp="1"/>
          </p:cNvSpPr>
          <p:nvPr>
            <p:ph type="sldNum" sz="quarter" idx="12"/>
          </p:nvPr>
        </p:nvSpPr>
        <p:spPr/>
        <p:txBody>
          <a:bodyPr/>
          <a:lstStyle/>
          <a:p>
            <a:fld id="{58FB4751-880F-D840-AAA9-3A15815CC996}" type="slidenum">
              <a:rPr lang="en-US" smtClean="0"/>
            </a:fld>
            <a:endParaRPr lang="en-US" dirty="0"/>
          </a:p>
        </p:txBody>
      </p:sp>
      <p:pic>
        <p:nvPicPr>
          <p:cNvPr id="25" name="Picture 24"/>
          <p:cNvPicPr>
            <a:picLocks noChangeAspect="1"/>
          </p:cNvPicPr>
          <p:nvPr/>
        </p:nvPicPr>
        <p:blipFill rotWithShape="1">
          <a:blip r:embed="rId1"/>
          <a:srcRect l="8479" t="1200" r="4657" b="10268"/>
          <a:stretch>
            <a:fillRect/>
          </a:stretch>
        </p:blipFill>
        <p:spPr>
          <a:xfrm>
            <a:off x="2551657" y="1168915"/>
            <a:ext cx="6564429" cy="49849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conclusion</a:t>
            </a:r>
            <a:endParaRPr lang="en-US" dirty="0"/>
          </a:p>
        </p:txBody>
      </p:sp>
      <p:sp>
        <p:nvSpPr>
          <p:cNvPr id="2" name="Text Placeholder 1"/>
          <p:cNvSpPr>
            <a:spLocks noGrp="1"/>
          </p:cNvSpPr>
          <p:nvPr>
            <p:ph type="body" sz="half" idx="2"/>
          </p:nvPr>
        </p:nvSpPr>
        <p:spPr/>
        <p:txBody>
          <a:bodyPr/>
          <a:lstStyle/>
          <a:p>
            <a:r>
              <a:rPr lang="en-US" dirty="0"/>
              <a:t>The development of the Stock Market Prediction Machine Learning Model is a significant step towards enhancing decision-making processes in the financial domain. By combining sophisticated algorithms, real-time data integration, and comprehensive feature engineering, the model stands as a robust tool for predicting stock prices with a high level of accuracy. Ongoing evaluation and refinement will ensure its relevance and effectiveness in an ever-evolving market landscape.</a:t>
            </a:r>
            <a:endParaRPr lang="en-US" dirty="0"/>
          </a:p>
        </p:txBody>
      </p:sp>
      <p:pic>
        <p:nvPicPr>
          <p:cNvPr id="8" name="Picture Placeholder 7"/>
          <p:cNvPicPr>
            <a:picLocks noGrp="1" noChangeAspect="1"/>
          </p:cNvPicPr>
          <p:nvPr>
            <p:ph type="pic" idx="1"/>
          </p:nvPr>
        </p:nvPicPr>
        <p:blipFill rotWithShape="1">
          <a:blip r:embed="rId1"/>
          <a:srcRect l="36574" t="-1498" r="13546" b="1498"/>
          <a:stretch>
            <a:fillRect/>
          </a:stretch>
        </p:blipFill>
        <p:spPr>
          <a:xfrm>
            <a:off x="6646264" y="0"/>
            <a:ext cx="5545736" cy="6063092"/>
          </a:xfrm>
        </p:spPr>
      </p:pic>
      <p:sp>
        <p:nvSpPr>
          <p:cNvPr id="4" name="Date Placeholder 3"/>
          <p:cNvSpPr>
            <a:spLocks noGrp="1"/>
          </p:cNvSpPr>
          <p:nvPr>
            <p:ph type="dt" sz="half" idx="10"/>
          </p:nvPr>
        </p:nvSpPr>
        <p:spPr/>
        <p:txBody>
          <a:bodyPr/>
          <a:lstStyle/>
          <a:p>
            <a:r>
              <a:rPr lang="en-US" dirty="0"/>
              <a:t>2024</a:t>
            </a:r>
            <a:endParaRPr lang="en-US" dirty="0"/>
          </a:p>
        </p:txBody>
      </p:sp>
      <p:sp>
        <p:nvSpPr>
          <p:cNvPr id="5" name="Footer Placeholder 4"/>
          <p:cNvSpPr>
            <a:spLocks noGrp="1"/>
          </p:cNvSpPr>
          <p:nvPr>
            <p:ph type="ftr" sz="quarter" idx="11"/>
          </p:nvPr>
        </p:nvSpPr>
        <p:spPr/>
        <p:txBody>
          <a:bodyPr/>
          <a:lstStyle/>
          <a:p>
            <a:r>
              <a:rPr lang="en-US" sz="1400" dirty="0"/>
              <a:t>Stock Market Prediction App</a:t>
            </a:r>
            <a:endParaRPr lang="en-US" dirty="0"/>
          </a:p>
          <a:p>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80571"/>
            <a:ext cx="9144000" cy="2387600"/>
          </a:xfrm>
        </p:spPr>
        <p:txBody>
          <a:bodyPr/>
          <a:lstStyle/>
          <a:p>
            <a:r>
              <a:rPr lang="en-US" dirty="0"/>
              <a:t>thank you </a:t>
            </a:r>
            <a:endParaRPr lang="en-US" dirty="0"/>
          </a:p>
        </p:txBody>
      </p:sp>
    </p:spTree>
  </p:cSld>
  <p:clrMapOvr>
    <a:masterClrMapping/>
  </p:clrMapOvr>
</p:sld>
</file>

<file path=ppt/theme/theme1.xml><?xml version="1.0" encoding="utf-8"?>
<a:theme xmlns:a="http://schemas.openxmlformats.org/drawingml/2006/main" name="Office Theme">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AE7813-FB42-416C-BEF8-5F3180DDB0F6}">
  <ds:schemaRefs/>
</ds:datastoreItem>
</file>

<file path=customXml/itemProps2.xml><?xml version="1.0" encoding="utf-8"?>
<ds:datastoreItem xmlns:ds="http://schemas.openxmlformats.org/officeDocument/2006/customXml" ds:itemID="{18840F3C-8AB4-4243-A06A-B5999EF60028}">
  <ds:schemaRefs/>
</ds:datastoreItem>
</file>

<file path=customXml/itemProps3.xml><?xml version="1.0" encoding="utf-8"?>
<ds:datastoreItem xmlns:ds="http://schemas.openxmlformats.org/officeDocument/2006/customXml" ds:itemID="{1EE26AC2-BC04-45BA-BD7C-5CDF09AA9426}">
  <ds:schemaRefs/>
</ds:datastoreItem>
</file>

<file path=docProps/app.xml><?xml version="1.0" encoding="utf-8"?>
<Properties xmlns="http://schemas.openxmlformats.org/officeDocument/2006/extended-properties" xmlns:vt="http://schemas.openxmlformats.org/officeDocument/2006/docPropsVTypes">
  <Template>{168A48F4-24EC-4D0A-918E-D8C24E43DE64}tf11964407_win32</Template>
  <TotalTime>0</TotalTime>
  <Words>1983</Words>
  <Application>WPS Presentation</Application>
  <PresentationFormat>Widescreen</PresentationFormat>
  <Paragraphs>128</Paragraphs>
  <Slides>9</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vt:i4>
      </vt:variant>
    </vt:vector>
  </HeadingPairs>
  <TitlesOfParts>
    <vt:vector size="25" baseType="lpstr">
      <vt:lpstr>Arial</vt:lpstr>
      <vt:lpstr>SimSun</vt:lpstr>
      <vt:lpstr>Wingdings</vt:lpstr>
      <vt:lpstr>Gill Sans Nova</vt:lpstr>
      <vt:lpstr>Segoe Print</vt:lpstr>
      <vt:lpstr>Courier New</vt:lpstr>
      <vt:lpstr>Californian FB</vt:lpstr>
      <vt:lpstr>Gill Sans Light</vt:lpstr>
      <vt:lpstr>Yu Gothic UI Light</vt:lpstr>
      <vt:lpstr>Söhne</vt:lpstr>
      <vt:lpstr>Sagona Book</vt:lpstr>
      <vt:lpstr>Calibri</vt:lpstr>
      <vt:lpstr>Gill Sans Nova Light</vt:lpstr>
      <vt:lpstr>Microsoft YaHei</vt:lpstr>
      <vt:lpstr>Arial Unicode MS</vt:lpstr>
      <vt:lpstr>Office Theme</vt:lpstr>
      <vt:lpstr>Stock Market Prediction App Harnessing AI for Informed Investing!</vt:lpstr>
      <vt:lpstr>agenda</vt:lpstr>
      <vt:lpstr>introduction</vt:lpstr>
      <vt:lpstr>areas of focus</vt:lpstr>
      <vt:lpstr>importance</vt:lpstr>
      <vt:lpstr>process </vt:lpstr>
      <vt:lpstr>result and finding </vt:lpstr>
      <vt:lpstr>conclusion</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Prediction App Harnessing AI for Informed Investing!</dc:title>
  <dc:creator>PANKAJ KUMAR</dc:creator>
  <cp:lastModifiedBy>nikhil Kumar</cp:lastModifiedBy>
  <cp:revision>3</cp:revision>
  <dcterms:created xsi:type="dcterms:W3CDTF">2024-01-28T05:37:00Z</dcterms:created>
  <dcterms:modified xsi:type="dcterms:W3CDTF">2026-01-12T16:11:25Z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y fmtid="{D5CDD505-2E9C-101B-9397-08002B2CF9AE}" pid="4" name="ICV">
    <vt:lpwstr>4B4C88FAB1BC485C9DFF787A96E1DA8C_13</vt:lpwstr>
  </property>
  <property fmtid="{D5CDD505-2E9C-101B-9397-08002B2CF9AE}" pid="5" name="KSOProductBuildVer">
    <vt:lpwstr>1033-12.2.0.23155</vt:lpwstr>
  </property>
</Properties>
</file>